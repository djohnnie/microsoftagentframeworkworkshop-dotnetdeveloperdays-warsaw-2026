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  <p:sldId id="266" r:id="slide11"/>
    <p:sldId id="267" r:id="slide12"/>
    <p:sldId id="268" r:id="slide13"/>
    <p:sldId id="269" r:id="slide14"/>
    <p:sldId id="270" r:id="slide15"/>
    <p:sldId id="271" r:id="slide16"/>
    <p:sldId id="272" r:id="slide17"/>
    <p:sldId id="273" r:id="slide18"/>
    <p:sldId id="274" r:id="slide19"/>
    <p:sldId id="275" r:id="slide20"/>
    <p:sldId id="276" r:id="slide21"/>
    <p:sldId id="277" r:id="slide22"/>
    <p:sldId id="278" r:id="slide23"/>
    <p:sldId id="279" r:id="slide24"/>
    <p:sldId id="280" r:id="slide25"/>
    <p:sldId id="281" r:id="slide26"/>
    <p:sldId id="282" r:id="slide27"/>
    <p:sldId id="283" r:id="slide28"/>
    <p:sldId id="284" r:id="slide29"/>
    <p:sldId id="285" r:id="slide30"/>
    <p:sldId id="286" r:id="slide31"/>
    <p:sldId id="287" r:id="slide32"/>
    <p:sldId id="288" r:id="slide33"/>
    <p:sldId id="289" r:id="slide34"/>
    <p:sldId id="290" r:id="slide35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Relationship Id='slide4' Type='http://schemas.openxmlformats.org/officeDocument/2006/relationships/slide' Target='slides/slide4.xml'/><Relationship Id='slide5' Type='http://schemas.openxmlformats.org/officeDocument/2006/relationships/slide' Target='slides/slide5.xml'/><Relationship Id='slide6' Type='http://schemas.openxmlformats.org/officeDocument/2006/relationships/slide' Target='slides/slide6.xml'/><Relationship Id='slide7' Type='http://schemas.openxmlformats.org/officeDocument/2006/relationships/slide' Target='slides/slide7.xml'/><Relationship Id='slide8' Type='http://schemas.openxmlformats.org/officeDocument/2006/relationships/slide' Target='slides/slide8.xml'/><Relationship Id='slide9' Type='http://schemas.openxmlformats.org/officeDocument/2006/relationships/slide' Target='slides/slide9.xml'/><Relationship Id='slide10' Type='http://schemas.openxmlformats.org/officeDocument/2006/relationships/slide' Target='slides/slide10.xml'/><Relationship Id='slide11' Type='http://schemas.openxmlformats.org/officeDocument/2006/relationships/slide' Target='slides/slide11.xml'/><Relationship Id='slide12' Type='http://schemas.openxmlformats.org/officeDocument/2006/relationships/slide' Target='slides/slide12.xml'/><Relationship Id='slide13' Type='http://schemas.openxmlformats.org/officeDocument/2006/relationships/slide' Target='slides/slide13.xml'/><Relationship Id='slide14' Type='http://schemas.openxmlformats.org/officeDocument/2006/relationships/slide' Target='slides/slide14.xml'/><Relationship Id='slide15' Type='http://schemas.openxmlformats.org/officeDocument/2006/relationships/slide' Target='slides/slide15.xml'/><Relationship Id='slide16' Type='http://schemas.openxmlformats.org/officeDocument/2006/relationships/slide' Target='slides/slide16.xml'/><Relationship Id='slide17' Type='http://schemas.openxmlformats.org/officeDocument/2006/relationships/slide' Target='slides/slide17.xml'/><Relationship Id='slide18' Type='http://schemas.openxmlformats.org/officeDocument/2006/relationships/slide' Target='slides/slide18.xml'/><Relationship Id='slide19' Type='http://schemas.openxmlformats.org/officeDocument/2006/relationships/slide' Target='slides/slide19.xml'/><Relationship Id='slide20' Type='http://schemas.openxmlformats.org/officeDocument/2006/relationships/slide' Target='slides/slide20.xml'/><Relationship Id='slide21' Type='http://schemas.openxmlformats.org/officeDocument/2006/relationships/slide' Target='slides/slide21.xml'/><Relationship Id='slide22' Type='http://schemas.openxmlformats.org/officeDocument/2006/relationships/slide' Target='slides/slide22.xml'/><Relationship Id='slide23' Type='http://schemas.openxmlformats.org/officeDocument/2006/relationships/slide' Target='slides/slide23.xml'/><Relationship Id='slide24' Type='http://schemas.openxmlformats.org/officeDocument/2006/relationships/slide' Target='slides/slide24.xml'/><Relationship Id='slide25' Type='http://schemas.openxmlformats.org/officeDocument/2006/relationships/slide' Target='slides/slide25.xml'/><Relationship Id='slide26' Type='http://schemas.openxmlformats.org/officeDocument/2006/relationships/slide' Target='slides/slide26.xml'/><Relationship Id='slide27' Type='http://schemas.openxmlformats.org/officeDocument/2006/relationships/slide' Target='slides/slide27.xml'/><Relationship Id='slide28' Type='http://schemas.openxmlformats.org/officeDocument/2006/relationships/slide' Target='slides/slide28.xml'/><Relationship Id='slide29' Type='http://schemas.openxmlformats.org/officeDocument/2006/relationships/slide' Target='slides/slide29.xml'/><Relationship Id='slide30' Type='http://schemas.openxmlformats.org/officeDocument/2006/relationships/slide' Target='slides/slide30.xml'/><Relationship Id='slide31' Type='http://schemas.openxmlformats.org/officeDocument/2006/relationships/slide' Target='slides/slide31.xml'/><Relationship Id='slide32' Type='http://schemas.openxmlformats.org/officeDocument/2006/relationships/slide' Target='slides/slide32.xml'/><Relationship Id='slide33' Type='http://schemas.openxmlformats.org/officeDocument/2006/relationships/slide' Target='slides/slide33.xml'/><Relationship Id='slide34' Type='http://schemas.openxmlformats.org/officeDocument/2006/relationships/slide' Target='slides/slide34.xml'/><Relationship Id='slide35' Type='http://schemas.openxmlformats.org/officeDocument/2006/relationships/slide' Target='slides/slide35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_rels/slide4.xml.rels><Relationships xmlns='http://schemas.openxmlformats.org/package/2006/relationships'><Relationship Id='image' Type='http://schemas.openxmlformats.org/officeDocument/2006/relationships/image' Target='../media/image4.png'/><Relationship Id='layout' Type='http://schemas.openxmlformats.org/officeDocument/2006/relationships/slideLayout' Target='../slideLayouts/slideLayout1.xml'/></Relationships>
</file>

<file path=ppt/slides/_rels/slide5.xml.rels><Relationships xmlns='http://schemas.openxmlformats.org/package/2006/relationships'><Relationship Id='image' Type='http://schemas.openxmlformats.org/officeDocument/2006/relationships/image' Target='../media/image5.png'/><Relationship Id='layout' Type='http://schemas.openxmlformats.org/officeDocument/2006/relationships/slideLayout' Target='../slideLayouts/slideLayout1.xml'/></Relationships>
</file>

<file path=ppt/slides/_rels/slide6.xml.rels><Relationships xmlns='http://schemas.openxmlformats.org/package/2006/relationships'><Relationship Id='image' Type='http://schemas.openxmlformats.org/officeDocument/2006/relationships/image' Target='../media/image6.png'/><Relationship Id='layout' Type='http://schemas.openxmlformats.org/officeDocument/2006/relationships/slideLayout' Target='../slideLayouts/slideLayout1.xml'/></Relationships>
</file>

<file path=ppt/slides/_rels/slide7.xml.rels><Relationships xmlns='http://schemas.openxmlformats.org/package/2006/relationships'><Relationship Id='image' Type='http://schemas.openxmlformats.org/officeDocument/2006/relationships/image' Target='../media/image7.png'/><Relationship Id='layout' Type='http://schemas.openxmlformats.org/officeDocument/2006/relationships/slideLayout' Target='../slideLayouts/slideLayout1.xml'/></Relationships>
</file>

<file path=ppt/slides/_rels/slide8.xml.rels><Relationships xmlns='http://schemas.openxmlformats.org/package/2006/relationships'><Relationship Id='image' Type='http://schemas.openxmlformats.org/officeDocument/2006/relationships/image' Target='../media/image8.png'/><Relationship Id='layout' Type='http://schemas.openxmlformats.org/officeDocument/2006/relationships/slideLayout' Target='../slideLayouts/slideLayout1.xml'/></Relationships>
</file>

<file path=ppt/slides/_rels/slide9.xml.rels><Relationships xmlns='http://schemas.openxmlformats.org/package/2006/relationships'><Relationship Id='image' Type='http://schemas.openxmlformats.org/officeDocument/2006/relationships/image' Target='../media/image9.png'/><Relationship Id='layout' Type='http://schemas.openxmlformats.org/officeDocument/2006/relationships/slideLayout' Target='../slideLayouts/slideLayout1.xml'/></Relationships>
</file>

<file path=ppt/slides/_rels/slide10.xml.rels><Relationships xmlns='http://schemas.openxmlformats.org/package/2006/relationships'><Relationship Id='image' Type='http://schemas.openxmlformats.org/officeDocument/2006/relationships/image' Target='../media/image10.png'/><Relationship Id='layout' Type='http://schemas.openxmlformats.org/officeDocument/2006/relationships/slideLayout' Target='../slideLayouts/slideLayout1.xml'/></Relationships>
</file>

<file path=ppt/slides/_rels/slide11.xml.rels><Relationships xmlns='http://schemas.openxmlformats.org/package/2006/relationships'><Relationship Id='image' Type='http://schemas.openxmlformats.org/officeDocument/2006/relationships/image' Target='../media/image11.png'/><Relationship Id='layout' Type='http://schemas.openxmlformats.org/officeDocument/2006/relationships/slideLayout' Target='../slideLayouts/slideLayout1.xml'/></Relationships>
</file>

<file path=ppt/slides/_rels/slide12.xml.rels><Relationships xmlns='http://schemas.openxmlformats.org/package/2006/relationships'><Relationship Id='image' Type='http://schemas.openxmlformats.org/officeDocument/2006/relationships/image' Target='../media/image12.png'/><Relationship Id='layout' Type='http://schemas.openxmlformats.org/officeDocument/2006/relationships/slideLayout' Target='../slideLayouts/slideLayout1.xml'/></Relationships>
</file>

<file path=ppt/slides/_rels/slide13.xml.rels><Relationships xmlns='http://schemas.openxmlformats.org/package/2006/relationships'><Relationship Id='image' Type='http://schemas.openxmlformats.org/officeDocument/2006/relationships/image' Target='../media/image13.png'/><Relationship Id='layout' Type='http://schemas.openxmlformats.org/officeDocument/2006/relationships/slideLayout' Target='../slideLayouts/slideLayout1.xml'/></Relationships>
</file>

<file path=ppt/slides/_rels/slide14.xml.rels><Relationships xmlns='http://schemas.openxmlformats.org/package/2006/relationships'><Relationship Id='image' Type='http://schemas.openxmlformats.org/officeDocument/2006/relationships/image' Target='../media/image14.png'/><Relationship Id='layout' Type='http://schemas.openxmlformats.org/officeDocument/2006/relationships/slideLayout' Target='../slideLayouts/slideLayout1.xml'/></Relationships>
</file>

<file path=ppt/slides/_rels/slide15.xml.rels><Relationships xmlns='http://schemas.openxmlformats.org/package/2006/relationships'><Relationship Id='image' Type='http://schemas.openxmlformats.org/officeDocument/2006/relationships/image' Target='../media/image15.png'/><Relationship Id='layout' Type='http://schemas.openxmlformats.org/officeDocument/2006/relationships/slideLayout' Target='../slideLayouts/slideLayout1.xml'/></Relationships>
</file>

<file path=ppt/slides/_rels/slide16.xml.rels><Relationships xmlns='http://schemas.openxmlformats.org/package/2006/relationships'><Relationship Id='image' Type='http://schemas.openxmlformats.org/officeDocument/2006/relationships/image' Target='../media/image16.png'/><Relationship Id='layout' Type='http://schemas.openxmlformats.org/officeDocument/2006/relationships/slideLayout' Target='../slideLayouts/slideLayout1.xml'/></Relationships>
</file>

<file path=ppt/slides/_rels/slide17.xml.rels><Relationships xmlns='http://schemas.openxmlformats.org/package/2006/relationships'><Relationship Id='image' Type='http://schemas.openxmlformats.org/officeDocument/2006/relationships/image' Target='../media/image17.png'/><Relationship Id='layout' Type='http://schemas.openxmlformats.org/officeDocument/2006/relationships/slideLayout' Target='../slideLayouts/slideLayout1.xml'/></Relationships>
</file>

<file path=ppt/slides/_rels/slide18.xml.rels><Relationships xmlns='http://schemas.openxmlformats.org/package/2006/relationships'><Relationship Id='image' Type='http://schemas.openxmlformats.org/officeDocument/2006/relationships/image' Target='../media/image18.png'/><Relationship Id='layout' Type='http://schemas.openxmlformats.org/officeDocument/2006/relationships/slideLayout' Target='../slideLayouts/slideLayout1.xml'/></Relationships>
</file>

<file path=ppt/slides/_rels/slide19.xml.rels><Relationships xmlns='http://schemas.openxmlformats.org/package/2006/relationships'><Relationship Id='image' Type='http://schemas.openxmlformats.org/officeDocument/2006/relationships/image' Target='../media/image19.png'/><Relationship Id='layout' Type='http://schemas.openxmlformats.org/officeDocument/2006/relationships/slideLayout' Target='../slideLayouts/slideLayout1.xml'/></Relationships>
</file>

<file path=ppt/slides/_rels/slide20.xml.rels><Relationships xmlns='http://schemas.openxmlformats.org/package/2006/relationships'><Relationship Id='image' Type='http://schemas.openxmlformats.org/officeDocument/2006/relationships/image' Target='../media/image20.png'/><Relationship Id='layout' Type='http://schemas.openxmlformats.org/officeDocument/2006/relationships/slideLayout' Target='../slideLayouts/slideLayout1.xml'/></Relationships>
</file>

<file path=ppt/slides/_rels/slide21.xml.rels><Relationships xmlns='http://schemas.openxmlformats.org/package/2006/relationships'><Relationship Id='image' Type='http://schemas.openxmlformats.org/officeDocument/2006/relationships/image' Target='../media/image21.png'/><Relationship Id='layout' Type='http://schemas.openxmlformats.org/officeDocument/2006/relationships/slideLayout' Target='../slideLayouts/slideLayout1.xml'/></Relationships>
</file>

<file path=ppt/slides/_rels/slide22.xml.rels><Relationships xmlns='http://schemas.openxmlformats.org/package/2006/relationships'><Relationship Id='image' Type='http://schemas.openxmlformats.org/officeDocument/2006/relationships/image' Target='../media/image22.png'/><Relationship Id='layout' Type='http://schemas.openxmlformats.org/officeDocument/2006/relationships/slideLayout' Target='../slideLayouts/slideLayout1.xml'/></Relationships>
</file>

<file path=ppt/slides/_rels/slide23.xml.rels><Relationships xmlns='http://schemas.openxmlformats.org/package/2006/relationships'><Relationship Id='image' Type='http://schemas.openxmlformats.org/officeDocument/2006/relationships/image' Target='../media/image23.png'/><Relationship Id='layout' Type='http://schemas.openxmlformats.org/officeDocument/2006/relationships/slideLayout' Target='../slideLayouts/slideLayout1.xml'/></Relationships>
</file>

<file path=ppt/slides/_rels/slide24.xml.rels><Relationships xmlns='http://schemas.openxmlformats.org/package/2006/relationships'><Relationship Id='image' Type='http://schemas.openxmlformats.org/officeDocument/2006/relationships/image' Target='../media/image24.png'/><Relationship Id='layout' Type='http://schemas.openxmlformats.org/officeDocument/2006/relationships/slideLayout' Target='../slideLayouts/slideLayout1.xml'/></Relationships>
</file>

<file path=ppt/slides/_rels/slide25.xml.rels><Relationships xmlns='http://schemas.openxmlformats.org/package/2006/relationships'><Relationship Id='image' Type='http://schemas.openxmlformats.org/officeDocument/2006/relationships/image' Target='../media/image25.png'/><Relationship Id='layout' Type='http://schemas.openxmlformats.org/officeDocument/2006/relationships/slideLayout' Target='../slideLayouts/slideLayout1.xml'/></Relationships>
</file>

<file path=ppt/slides/_rels/slide26.xml.rels><Relationships xmlns='http://schemas.openxmlformats.org/package/2006/relationships'><Relationship Id='image' Type='http://schemas.openxmlformats.org/officeDocument/2006/relationships/image' Target='../media/image26.png'/><Relationship Id='layout' Type='http://schemas.openxmlformats.org/officeDocument/2006/relationships/slideLayout' Target='../slideLayouts/slideLayout1.xml'/></Relationships>
</file>

<file path=ppt/slides/_rels/slide27.xml.rels><Relationships xmlns='http://schemas.openxmlformats.org/package/2006/relationships'><Relationship Id='image' Type='http://schemas.openxmlformats.org/officeDocument/2006/relationships/image' Target='../media/image27.png'/><Relationship Id='layout' Type='http://schemas.openxmlformats.org/officeDocument/2006/relationships/slideLayout' Target='../slideLayouts/slideLayout1.xml'/></Relationships>
</file>

<file path=ppt/slides/_rels/slide28.xml.rels><Relationships xmlns='http://schemas.openxmlformats.org/package/2006/relationships'><Relationship Id='image' Type='http://schemas.openxmlformats.org/officeDocument/2006/relationships/image' Target='../media/image28.png'/><Relationship Id='layout' Type='http://schemas.openxmlformats.org/officeDocument/2006/relationships/slideLayout' Target='../slideLayouts/slideLayout1.xml'/></Relationships>
</file>

<file path=ppt/slides/_rels/slide29.xml.rels><Relationships xmlns='http://schemas.openxmlformats.org/package/2006/relationships'><Relationship Id='image' Type='http://schemas.openxmlformats.org/officeDocument/2006/relationships/image' Target='../media/image29.png'/><Relationship Id='layout' Type='http://schemas.openxmlformats.org/officeDocument/2006/relationships/slideLayout' Target='../slideLayouts/slideLayout1.xml'/></Relationships>
</file>

<file path=ppt/slides/_rels/slide30.xml.rels><Relationships xmlns='http://schemas.openxmlformats.org/package/2006/relationships'><Relationship Id='image' Type='http://schemas.openxmlformats.org/officeDocument/2006/relationships/image' Target='../media/image30.png'/><Relationship Id='layout' Type='http://schemas.openxmlformats.org/officeDocument/2006/relationships/slideLayout' Target='../slideLayouts/slideLayout1.xml'/></Relationships>
</file>

<file path=ppt/slides/_rels/slide31.xml.rels><Relationships xmlns='http://schemas.openxmlformats.org/package/2006/relationships'><Relationship Id='image' Type='http://schemas.openxmlformats.org/officeDocument/2006/relationships/image' Target='../media/image31.png'/><Relationship Id='layout' Type='http://schemas.openxmlformats.org/officeDocument/2006/relationships/slideLayout' Target='../slideLayouts/slideLayout1.xml'/></Relationships>
</file>

<file path=ppt/slides/_rels/slide32.xml.rels><Relationships xmlns='http://schemas.openxmlformats.org/package/2006/relationships'><Relationship Id='image' Type='http://schemas.openxmlformats.org/officeDocument/2006/relationships/image' Target='../media/image32.png'/><Relationship Id='layout' Type='http://schemas.openxmlformats.org/officeDocument/2006/relationships/slideLayout' Target='../slideLayouts/slideLayout1.xml'/></Relationships>
</file>

<file path=ppt/slides/_rels/slide33.xml.rels><Relationships xmlns='http://schemas.openxmlformats.org/package/2006/relationships'><Relationship Id='image' Type='http://schemas.openxmlformats.org/officeDocument/2006/relationships/image' Target='../media/image33.png'/><Relationship Id='layout' Type='http://schemas.openxmlformats.org/officeDocument/2006/relationships/slideLayout' Target='../slideLayouts/slideLayout1.xml'/></Relationships>
</file>

<file path=ppt/slides/_rels/slide34.xml.rels><Relationships xmlns='http://schemas.openxmlformats.org/package/2006/relationships'><Relationship Id='image' Type='http://schemas.openxmlformats.org/officeDocument/2006/relationships/image' Target='../media/image34.png'/><Relationship Id='layout' Type='http://schemas.openxmlformats.org/officeDocument/2006/relationships/slideLayout' Target='../slideLayouts/slideLayout1.xml'/></Relationships>
</file>

<file path=ppt/slides/_rels/slide35.xml.rels><Relationships xmlns='http://schemas.openxmlformats.org/package/2006/relationships'><Relationship Id='image' Type='http://schemas.openxmlformats.org/officeDocument/2006/relationships/image' Target='../media/image35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