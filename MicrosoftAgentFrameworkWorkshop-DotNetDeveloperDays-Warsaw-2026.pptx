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  <p:sldId id="309" r:id="slide54"/>
    <p:sldId id="310" r:id="slide55"/>
    <p:sldId id="311" r:id="slide56"/>
    <p:sldId id="312" r:id="slide57"/>
    <p:sldId id="313" r:id="slide58"/>
    <p:sldId id="314" r:id="slide59"/>
    <p:sldId id="315" r:id="slide60"/>
    <p:sldId id="316" r:id="slide61"/>
    <p:sldId id="317" r:id="slide62"/>
    <p:sldId id="318" r:id="slide63"/>
    <p:sldId id="319" r:id="slide64"/>
    <p:sldId id="320" r:id="slide65"/>
    <p:sldId id="321" r:id="slide66"/>
    <p:sldId id="322" r:id="slide67"/>
    <p:sldId id="323" r:id="slide68"/>
    <p:sldId id="324" r:id="slide69"/>
    <p:sldId id="325" r:id="slide70"/>
    <p:sldId id="326" r:id="slide71"/>
    <p:sldId id="327" r:id="slide72"/>
    <p:sldId id="328" r:id="slide73"/>
    <p:sldId id="329" r:id="slide74"/>
    <p:sldId id="330" r:id="slide75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Relationship Id='slide54' Type='http://schemas.openxmlformats.org/officeDocument/2006/relationships/slide' Target='slides/slide54.xml'/><Relationship Id='slide55' Type='http://schemas.openxmlformats.org/officeDocument/2006/relationships/slide' Target='slides/slide55.xml'/><Relationship Id='slide56' Type='http://schemas.openxmlformats.org/officeDocument/2006/relationships/slide' Target='slides/slide56.xml'/><Relationship Id='slide57' Type='http://schemas.openxmlformats.org/officeDocument/2006/relationships/slide' Target='slides/slide57.xml'/><Relationship Id='slide58' Type='http://schemas.openxmlformats.org/officeDocument/2006/relationships/slide' Target='slides/slide58.xml'/><Relationship Id='slide59' Type='http://schemas.openxmlformats.org/officeDocument/2006/relationships/slide' Target='slides/slide59.xml'/><Relationship Id='slide60' Type='http://schemas.openxmlformats.org/officeDocument/2006/relationships/slide' Target='slides/slide60.xml'/><Relationship Id='slide61' Type='http://schemas.openxmlformats.org/officeDocument/2006/relationships/slide' Target='slides/slide61.xml'/><Relationship Id='slide62' Type='http://schemas.openxmlformats.org/officeDocument/2006/relationships/slide' Target='slides/slide62.xml'/><Relationship Id='slide63' Type='http://schemas.openxmlformats.org/officeDocument/2006/relationships/slide' Target='slides/slide63.xml'/><Relationship Id='slide64' Type='http://schemas.openxmlformats.org/officeDocument/2006/relationships/slide' Target='slides/slide64.xml'/><Relationship Id='slide65' Type='http://schemas.openxmlformats.org/officeDocument/2006/relationships/slide' Target='slides/slide65.xml'/><Relationship Id='slide66' Type='http://schemas.openxmlformats.org/officeDocument/2006/relationships/slide' Target='slides/slide66.xml'/><Relationship Id='slide67' Type='http://schemas.openxmlformats.org/officeDocument/2006/relationships/slide' Target='slides/slide67.xml'/><Relationship Id='slide68' Type='http://schemas.openxmlformats.org/officeDocument/2006/relationships/slide' Target='slides/slide68.xml'/><Relationship Id='slide69' Type='http://schemas.openxmlformats.org/officeDocument/2006/relationships/slide' Target='slides/slide69.xml'/><Relationship Id='slide70' Type='http://schemas.openxmlformats.org/officeDocument/2006/relationships/slide' Target='slides/slide70.xml'/><Relationship Id='slide71' Type='http://schemas.openxmlformats.org/officeDocument/2006/relationships/slide' Target='slides/slide71.xml'/><Relationship Id='slide72' Type='http://schemas.openxmlformats.org/officeDocument/2006/relationships/slide' Target='slides/slide72.xml'/><Relationship Id='slide73' Type='http://schemas.openxmlformats.org/officeDocument/2006/relationships/slide' Target='slides/slide73.xml'/><Relationship Id='slide74' Type='http://schemas.openxmlformats.org/officeDocument/2006/relationships/slide' Target='slides/slide74.xml'/><Relationship Id='slide75' Type='http://schemas.openxmlformats.org/officeDocument/2006/relationships/slide' Target='slides/slide75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_rels/slide54.xml.rels><Relationships xmlns='http://schemas.openxmlformats.org/package/2006/relationships'><Relationship Id='image' Type='http://schemas.openxmlformats.org/officeDocument/2006/relationships/image' Target='../media/image54.png'/><Relationship Id='layout' Type='http://schemas.openxmlformats.org/officeDocument/2006/relationships/slideLayout' Target='../slideLayouts/slideLayout1.xml'/></Relationships>
</file>

<file path=ppt/slides/_rels/slide55.xml.rels><Relationships xmlns='http://schemas.openxmlformats.org/package/2006/relationships'><Relationship Id='image' Type='http://schemas.openxmlformats.org/officeDocument/2006/relationships/image' Target='../media/image55.png'/><Relationship Id='layout' Type='http://schemas.openxmlformats.org/officeDocument/2006/relationships/slideLayout' Target='../slideLayouts/slideLayout1.xml'/></Relationships>
</file>

<file path=ppt/slides/_rels/slide56.xml.rels><Relationships xmlns='http://schemas.openxmlformats.org/package/2006/relationships'><Relationship Id='image' Type='http://schemas.openxmlformats.org/officeDocument/2006/relationships/image' Target='../media/image56.png'/><Relationship Id='layout' Type='http://schemas.openxmlformats.org/officeDocument/2006/relationships/slideLayout' Target='../slideLayouts/slideLayout1.xml'/></Relationships>
</file>

<file path=ppt/slides/_rels/slide57.xml.rels><Relationships xmlns='http://schemas.openxmlformats.org/package/2006/relationships'><Relationship Id='image' Type='http://schemas.openxmlformats.org/officeDocument/2006/relationships/image' Target='../media/image57.png'/><Relationship Id='layout' Type='http://schemas.openxmlformats.org/officeDocument/2006/relationships/slideLayout' Target='../slideLayouts/slideLayout1.xml'/></Relationships>
</file>

<file path=ppt/slides/_rels/slide58.xml.rels><Relationships xmlns='http://schemas.openxmlformats.org/package/2006/relationships'><Relationship Id='image' Type='http://schemas.openxmlformats.org/officeDocument/2006/relationships/image' Target='../media/image58.png'/><Relationship Id='layout' Type='http://schemas.openxmlformats.org/officeDocument/2006/relationships/slideLayout' Target='../slideLayouts/slideLayout1.xml'/></Relationships>
</file>

<file path=ppt/slides/_rels/slide59.xml.rels><Relationships xmlns='http://schemas.openxmlformats.org/package/2006/relationships'><Relationship Id='image' Type='http://schemas.openxmlformats.org/officeDocument/2006/relationships/image' Target='../media/image59.png'/><Relationship Id='layout' Type='http://schemas.openxmlformats.org/officeDocument/2006/relationships/slideLayout' Target='../slideLayouts/slideLayout1.xml'/></Relationships>
</file>

<file path=ppt/slides/_rels/slide60.xml.rels><Relationships xmlns='http://schemas.openxmlformats.org/package/2006/relationships'><Relationship Id='image' Type='http://schemas.openxmlformats.org/officeDocument/2006/relationships/image' Target='../media/image60.png'/><Relationship Id='layout' Type='http://schemas.openxmlformats.org/officeDocument/2006/relationships/slideLayout' Target='../slideLayouts/slideLayout1.xml'/></Relationships>
</file>

<file path=ppt/slides/_rels/slide61.xml.rels><Relationships xmlns='http://schemas.openxmlformats.org/package/2006/relationships'><Relationship Id='image' Type='http://schemas.openxmlformats.org/officeDocument/2006/relationships/image' Target='../media/image61.png'/><Relationship Id='layout' Type='http://schemas.openxmlformats.org/officeDocument/2006/relationships/slideLayout' Target='../slideLayouts/slideLayout1.xml'/></Relationships>
</file>

<file path=ppt/slides/_rels/slide62.xml.rels><Relationships xmlns='http://schemas.openxmlformats.org/package/2006/relationships'><Relationship Id='image' Type='http://schemas.openxmlformats.org/officeDocument/2006/relationships/image' Target='../media/image62.png'/><Relationship Id='layout' Type='http://schemas.openxmlformats.org/officeDocument/2006/relationships/slideLayout' Target='../slideLayouts/slideLayout1.xml'/></Relationships>
</file>

<file path=ppt/slides/_rels/slide63.xml.rels><Relationships xmlns='http://schemas.openxmlformats.org/package/2006/relationships'><Relationship Id='image' Type='http://schemas.openxmlformats.org/officeDocument/2006/relationships/image' Target='../media/image63.png'/><Relationship Id='layout' Type='http://schemas.openxmlformats.org/officeDocument/2006/relationships/slideLayout' Target='../slideLayouts/slideLayout1.xml'/></Relationships>
</file>

<file path=ppt/slides/_rels/slide64.xml.rels><Relationships xmlns='http://schemas.openxmlformats.org/package/2006/relationships'><Relationship Id='image' Type='http://schemas.openxmlformats.org/officeDocument/2006/relationships/image' Target='../media/image64.png'/><Relationship Id='layout' Type='http://schemas.openxmlformats.org/officeDocument/2006/relationships/slideLayout' Target='../slideLayouts/slideLayout1.xml'/></Relationships>
</file>

<file path=ppt/slides/_rels/slide65.xml.rels><Relationships xmlns='http://schemas.openxmlformats.org/package/2006/relationships'><Relationship Id='image' Type='http://schemas.openxmlformats.org/officeDocument/2006/relationships/image' Target='../media/image65.png'/><Relationship Id='layout' Type='http://schemas.openxmlformats.org/officeDocument/2006/relationships/slideLayout' Target='../slideLayouts/slideLayout1.xml'/></Relationships>
</file>

<file path=ppt/slides/_rels/slide66.xml.rels><Relationships xmlns='http://schemas.openxmlformats.org/package/2006/relationships'><Relationship Id='image' Type='http://schemas.openxmlformats.org/officeDocument/2006/relationships/image' Target='../media/image66.png'/><Relationship Id='layout' Type='http://schemas.openxmlformats.org/officeDocument/2006/relationships/slideLayout' Target='../slideLayouts/slideLayout1.xml'/></Relationships>
</file>

<file path=ppt/slides/_rels/slide67.xml.rels><Relationships xmlns='http://schemas.openxmlformats.org/package/2006/relationships'><Relationship Id='image' Type='http://schemas.openxmlformats.org/officeDocument/2006/relationships/image' Target='../media/image67.png'/><Relationship Id='layout' Type='http://schemas.openxmlformats.org/officeDocument/2006/relationships/slideLayout' Target='../slideLayouts/slideLayout1.xml'/></Relationships>
</file>

<file path=ppt/slides/_rels/slide68.xml.rels><Relationships xmlns='http://schemas.openxmlformats.org/package/2006/relationships'><Relationship Id='image' Type='http://schemas.openxmlformats.org/officeDocument/2006/relationships/image' Target='../media/image68.png'/><Relationship Id='layout' Type='http://schemas.openxmlformats.org/officeDocument/2006/relationships/slideLayout' Target='../slideLayouts/slideLayout1.xml'/></Relationships>
</file>

<file path=ppt/slides/_rels/slide69.xml.rels><Relationships xmlns='http://schemas.openxmlformats.org/package/2006/relationships'><Relationship Id='image' Type='http://schemas.openxmlformats.org/officeDocument/2006/relationships/image' Target='../media/image69.png'/><Relationship Id='layout' Type='http://schemas.openxmlformats.org/officeDocument/2006/relationships/slideLayout' Target='../slideLayouts/slideLayout1.xml'/></Relationships>
</file>

<file path=ppt/slides/_rels/slide70.xml.rels><Relationships xmlns='http://schemas.openxmlformats.org/package/2006/relationships'><Relationship Id='image' Type='http://schemas.openxmlformats.org/officeDocument/2006/relationships/image' Target='../media/image70.png'/><Relationship Id='layout' Type='http://schemas.openxmlformats.org/officeDocument/2006/relationships/slideLayout' Target='../slideLayouts/slideLayout1.xml'/></Relationships>
</file>

<file path=ppt/slides/_rels/slide71.xml.rels><Relationships xmlns='http://schemas.openxmlformats.org/package/2006/relationships'><Relationship Id='image' Type='http://schemas.openxmlformats.org/officeDocument/2006/relationships/image' Target='../media/image71.png'/><Relationship Id='layout' Type='http://schemas.openxmlformats.org/officeDocument/2006/relationships/slideLayout' Target='../slideLayouts/slideLayout1.xml'/></Relationships>
</file>

<file path=ppt/slides/_rels/slide72.xml.rels><Relationships xmlns='http://schemas.openxmlformats.org/package/2006/relationships'><Relationship Id='image' Type='http://schemas.openxmlformats.org/officeDocument/2006/relationships/image' Target='../media/image72.png'/><Relationship Id='layout' Type='http://schemas.openxmlformats.org/officeDocument/2006/relationships/slideLayout' Target='../slideLayouts/slideLayout1.xml'/></Relationships>
</file>

<file path=ppt/slides/_rels/slide73.xml.rels><Relationships xmlns='http://schemas.openxmlformats.org/package/2006/relationships'><Relationship Id='image' Type='http://schemas.openxmlformats.org/officeDocument/2006/relationships/image' Target='../media/image73.png'/><Relationship Id='layout' Type='http://schemas.openxmlformats.org/officeDocument/2006/relationships/slideLayout' Target='../slideLayouts/slideLayout1.xml'/></Relationships>
</file>

<file path=ppt/slides/_rels/slide74.xml.rels><Relationships xmlns='http://schemas.openxmlformats.org/package/2006/relationships'><Relationship Id='image' Type='http://schemas.openxmlformats.org/officeDocument/2006/relationships/image' Target='../media/image74.png'/><Relationship Id='layout' Type='http://schemas.openxmlformats.org/officeDocument/2006/relationships/slideLayout' Target='../slideLayouts/slideLayout1.xml'/></Relationships>
</file>

<file path=ppt/slides/_rels/slide75.xml.rels><Relationships xmlns='http://schemas.openxmlformats.org/package/2006/relationships'><Relationship Id='image' Type='http://schemas.openxmlformats.org/officeDocument/2006/relationships/image' Target='../media/image75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