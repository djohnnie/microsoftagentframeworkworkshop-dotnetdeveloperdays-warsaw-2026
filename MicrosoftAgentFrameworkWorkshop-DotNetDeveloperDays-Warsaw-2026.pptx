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  <p:sldId id="294" r:id="slide39"/>
    <p:sldId id="295" r:id="slide40"/>
    <p:sldId id="296" r:id="slide41"/>
    <p:sldId id="297" r:id="slide42"/>
    <p:sldId id="298" r:id="slide43"/>
    <p:sldId id="299" r:id="slide44"/>
    <p:sldId id="300" r:id="slide45"/>
    <p:sldId id="301" r:id="slide46"/>
    <p:sldId id="302" r:id="slide47"/>
    <p:sldId id="303" r:id="slide48"/>
    <p:sldId id="304" r:id="slide49"/>
    <p:sldId id="305" r:id="slide50"/>
    <p:sldId id="306" r:id="slide51"/>
    <p:sldId id="307" r:id="slide52"/>
    <p:sldId id="308" r:id="slide53"/>
    <p:sldId id="309" r:id="slide54"/>
    <p:sldId id="310" r:id="slide55"/>
    <p:sldId id="311" r:id="slide56"/>
    <p:sldId id="312" r:id="slide57"/>
    <p:sldId id="313" r:id="slide58"/>
    <p:sldId id="314" r:id="slide59"/>
    <p:sldId id="315" r:id="slide60"/>
    <p:sldId id="316" r:id="slide61"/>
    <p:sldId id="317" r:id="slide62"/>
    <p:sldId id="318" r:id="slide63"/>
    <p:sldId id="319" r:id="slide64"/>
    <p:sldId id="320" r:id="slide65"/>
    <p:sldId id="321" r:id="slide66"/>
    <p:sldId id="322" r:id="slide67"/>
    <p:sldId id="323" r:id="slide68"/>
    <p:sldId id="324" r:id="slide69"/>
    <p:sldId id="325" r:id="slide70"/>
    <p:sldId id="326" r:id="slide71"/>
    <p:sldId id="327" r:id="slide72"/>
    <p:sldId id="328" r:id="slide73"/>
    <p:sldId id="329" r:id="slide74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Relationship Id='slide39' Type='http://schemas.openxmlformats.org/officeDocument/2006/relationships/slide' Target='slides/slide39.xml'/><Relationship Id='slide40' Type='http://schemas.openxmlformats.org/officeDocument/2006/relationships/slide' Target='slides/slide40.xml'/><Relationship Id='slide41' Type='http://schemas.openxmlformats.org/officeDocument/2006/relationships/slide' Target='slides/slide41.xml'/><Relationship Id='slide42' Type='http://schemas.openxmlformats.org/officeDocument/2006/relationships/slide' Target='slides/slide42.xml'/><Relationship Id='slide43' Type='http://schemas.openxmlformats.org/officeDocument/2006/relationships/slide' Target='slides/slide43.xml'/><Relationship Id='slide44' Type='http://schemas.openxmlformats.org/officeDocument/2006/relationships/slide' Target='slides/slide44.xml'/><Relationship Id='slide45' Type='http://schemas.openxmlformats.org/officeDocument/2006/relationships/slide' Target='slides/slide45.xml'/><Relationship Id='slide46' Type='http://schemas.openxmlformats.org/officeDocument/2006/relationships/slide' Target='slides/slide46.xml'/><Relationship Id='slide47' Type='http://schemas.openxmlformats.org/officeDocument/2006/relationships/slide' Target='slides/slide47.xml'/><Relationship Id='slide48' Type='http://schemas.openxmlformats.org/officeDocument/2006/relationships/slide' Target='slides/slide48.xml'/><Relationship Id='slide49' Type='http://schemas.openxmlformats.org/officeDocument/2006/relationships/slide' Target='slides/slide49.xml'/><Relationship Id='slide50' Type='http://schemas.openxmlformats.org/officeDocument/2006/relationships/slide' Target='slides/slide50.xml'/><Relationship Id='slide51' Type='http://schemas.openxmlformats.org/officeDocument/2006/relationships/slide' Target='slides/slide51.xml'/><Relationship Id='slide52' Type='http://schemas.openxmlformats.org/officeDocument/2006/relationships/slide' Target='slides/slide52.xml'/><Relationship Id='slide53' Type='http://schemas.openxmlformats.org/officeDocument/2006/relationships/slide' Target='slides/slide53.xml'/><Relationship Id='slide54' Type='http://schemas.openxmlformats.org/officeDocument/2006/relationships/slide' Target='slides/slide54.xml'/><Relationship Id='slide55' Type='http://schemas.openxmlformats.org/officeDocument/2006/relationships/slide' Target='slides/slide55.xml'/><Relationship Id='slide56' Type='http://schemas.openxmlformats.org/officeDocument/2006/relationships/slide' Target='slides/slide56.xml'/><Relationship Id='slide57' Type='http://schemas.openxmlformats.org/officeDocument/2006/relationships/slide' Target='slides/slide57.xml'/><Relationship Id='slide58' Type='http://schemas.openxmlformats.org/officeDocument/2006/relationships/slide' Target='slides/slide58.xml'/><Relationship Id='slide59' Type='http://schemas.openxmlformats.org/officeDocument/2006/relationships/slide' Target='slides/slide59.xml'/><Relationship Id='slide60' Type='http://schemas.openxmlformats.org/officeDocument/2006/relationships/slide' Target='slides/slide60.xml'/><Relationship Id='slide61' Type='http://schemas.openxmlformats.org/officeDocument/2006/relationships/slide' Target='slides/slide61.xml'/><Relationship Id='slide62' Type='http://schemas.openxmlformats.org/officeDocument/2006/relationships/slide' Target='slides/slide62.xml'/><Relationship Id='slide63' Type='http://schemas.openxmlformats.org/officeDocument/2006/relationships/slide' Target='slides/slide63.xml'/><Relationship Id='slide64' Type='http://schemas.openxmlformats.org/officeDocument/2006/relationships/slide' Target='slides/slide64.xml'/><Relationship Id='slide65' Type='http://schemas.openxmlformats.org/officeDocument/2006/relationships/slide' Target='slides/slide65.xml'/><Relationship Id='slide66' Type='http://schemas.openxmlformats.org/officeDocument/2006/relationships/slide' Target='slides/slide66.xml'/><Relationship Id='slide67' Type='http://schemas.openxmlformats.org/officeDocument/2006/relationships/slide' Target='slides/slide67.xml'/><Relationship Id='slide68' Type='http://schemas.openxmlformats.org/officeDocument/2006/relationships/slide' Target='slides/slide68.xml'/><Relationship Id='slide69' Type='http://schemas.openxmlformats.org/officeDocument/2006/relationships/slide' Target='slides/slide69.xml'/><Relationship Id='slide70' Type='http://schemas.openxmlformats.org/officeDocument/2006/relationships/slide' Target='slides/slide70.xml'/><Relationship Id='slide71' Type='http://schemas.openxmlformats.org/officeDocument/2006/relationships/slide' Target='slides/slide71.xml'/><Relationship Id='slide72' Type='http://schemas.openxmlformats.org/officeDocument/2006/relationships/slide' Target='slides/slide72.xml'/><Relationship Id='slide73' Type='http://schemas.openxmlformats.org/officeDocument/2006/relationships/slide' Target='slides/slide73.xml'/><Relationship Id='slide74' Type='http://schemas.openxmlformats.org/officeDocument/2006/relationships/slide' Target='slides/slide74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_rels/slide39.xml.rels><Relationships xmlns='http://schemas.openxmlformats.org/package/2006/relationships'><Relationship Id='image' Type='http://schemas.openxmlformats.org/officeDocument/2006/relationships/image' Target='../media/image39.png'/><Relationship Id='layout' Type='http://schemas.openxmlformats.org/officeDocument/2006/relationships/slideLayout' Target='../slideLayouts/slideLayout1.xml'/></Relationships>
</file>

<file path=ppt/slides/_rels/slide40.xml.rels><Relationships xmlns='http://schemas.openxmlformats.org/package/2006/relationships'><Relationship Id='image' Type='http://schemas.openxmlformats.org/officeDocument/2006/relationships/image' Target='../media/image40.png'/><Relationship Id='layout' Type='http://schemas.openxmlformats.org/officeDocument/2006/relationships/slideLayout' Target='../slideLayouts/slideLayout1.xml'/></Relationships>
</file>

<file path=ppt/slides/_rels/slide41.xml.rels><Relationships xmlns='http://schemas.openxmlformats.org/package/2006/relationships'><Relationship Id='image' Type='http://schemas.openxmlformats.org/officeDocument/2006/relationships/image' Target='../media/image41.png'/><Relationship Id='layout' Type='http://schemas.openxmlformats.org/officeDocument/2006/relationships/slideLayout' Target='../slideLayouts/slideLayout1.xml'/></Relationships>
</file>

<file path=ppt/slides/_rels/slide42.xml.rels><Relationships xmlns='http://schemas.openxmlformats.org/package/2006/relationships'><Relationship Id='image' Type='http://schemas.openxmlformats.org/officeDocument/2006/relationships/image' Target='../media/image42.png'/><Relationship Id='layout' Type='http://schemas.openxmlformats.org/officeDocument/2006/relationships/slideLayout' Target='../slideLayouts/slideLayout1.xml'/></Relationships>
</file>

<file path=ppt/slides/_rels/slide43.xml.rels><Relationships xmlns='http://schemas.openxmlformats.org/package/2006/relationships'><Relationship Id='image' Type='http://schemas.openxmlformats.org/officeDocument/2006/relationships/image' Target='../media/image43.png'/><Relationship Id='layout' Type='http://schemas.openxmlformats.org/officeDocument/2006/relationships/slideLayout' Target='../slideLayouts/slideLayout1.xml'/></Relationships>
</file>

<file path=ppt/slides/_rels/slide44.xml.rels><Relationships xmlns='http://schemas.openxmlformats.org/package/2006/relationships'><Relationship Id='image' Type='http://schemas.openxmlformats.org/officeDocument/2006/relationships/image' Target='../media/image44.png'/><Relationship Id='layout' Type='http://schemas.openxmlformats.org/officeDocument/2006/relationships/slideLayout' Target='../slideLayouts/slideLayout1.xml'/></Relationships>
</file>

<file path=ppt/slides/_rels/slide45.xml.rels><Relationships xmlns='http://schemas.openxmlformats.org/package/2006/relationships'><Relationship Id='image' Type='http://schemas.openxmlformats.org/officeDocument/2006/relationships/image' Target='../media/image45.png'/><Relationship Id='layout' Type='http://schemas.openxmlformats.org/officeDocument/2006/relationships/slideLayout' Target='../slideLayouts/slideLayout1.xml'/></Relationships>
</file>

<file path=ppt/slides/_rels/slide46.xml.rels><Relationships xmlns='http://schemas.openxmlformats.org/package/2006/relationships'><Relationship Id='image' Type='http://schemas.openxmlformats.org/officeDocument/2006/relationships/image' Target='../media/image46.png'/><Relationship Id='layout' Type='http://schemas.openxmlformats.org/officeDocument/2006/relationships/slideLayout' Target='../slideLayouts/slideLayout1.xml'/></Relationships>
</file>

<file path=ppt/slides/_rels/slide47.xml.rels><Relationships xmlns='http://schemas.openxmlformats.org/package/2006/relationships'><Relationship Id='image' Type='http://schemas.openxmlformats.org/officeDocument/2006/relationships/image' Target='../media/image47.png'/><Relationship Id='layout' Type='http://schemas.openxmlformats.org/officeDocument/2006/relationships/slideLayout' Target='../slideLayouts/slideLayout1.xml'/></Relationships>
</file>

<file path=ppt/slides/_rels/slide48.xml.rels><Relationships xmlns='http://schemas.openxmlformats.org/package/2006/relationships'><Relationship Id='image' Type='http://schemas.openxmlformats.org/officeDocument/2006/relationships/image' Target='../media/image48.png'/><Relationship Id='layout' Type='http://schemas.openxmlformats.org/officeDocument/2006/relationships/slideLayout' Target='../slideLayouts/slideLayout1.xml'/></Relationships>
</file>

<file path=ppt/slides/_rels/slide49.xml.rels><Relationships xmlns='http://schemas.openxmlformats.org/package/2006/relationships'><Relationship Id='image' Type='http://schemas.openxmlformats.org/officeDocument/2006/relationships/image' Target='../media/image49.png'/><Relationship Id='layout' Type='http://schemas.openxmlformats.org/officeDocument/2006/relationships/slideLayout' Target='../slideLayouts/slideLayout1.xml'/></Relationships>
</file>

<file path=ppt/slides/_rels/slide50.xml.rels><Relationships xmlns='http://schemas.openxmlformats.org/package/2006/relationships'><Relationship Id='image' Type='http://schemas.openxmlformats.org/officeDocument/2006/relationships/image' Target='../media/image50.png'/><Relationship Id='layout' Type='http://schemas.openxmlformats.org/officeDocument/2006/relationships/slideLayout' Target='../slideLayouts/slideLayout1.xml'/></Relationships>
</file>

<file path=ppt/slides/_rels/slide51.xml.rels><Relationships xmlns='http://schemas.openxmlformats.org/package/2006/relationships'><Relationship Id='image' Type='http://schemas.openxmlformats.org/officeDocument/2006/relationships/image' Target='../media/image51.png'/><Relationship Id='layout' Type='http://schemas.openxmlformats.org/officeDocument/2006/relationships/slideLayout' Target='../slideLayouts/slideLayout1.xml'/></Relationships>
</file>

<file path=ppt/slides/_rels/slide52.xml.rels><Relationships xmlns='http://schemas.openxmlformats.org/package/2006/relationships'><Relationship Id='image' Type='http://schemas.openxmlformats.org/officeDocument/2006/relationships/image' Target='../media/image52.png'/><Relationship Id='layout' Type='http://schemas.openxmlformats.org/officeDocument/2006/relationships/slideLayout' Target='../slideLayouts/slideLayout1.xml'/></Relationships>
</file>

<file path=ppt/slides/_rels/slide53.xml.rels><Relationships xmlns='http://schemas.openxmlformats.org/package/2006/relationships'><Relationship Id='image' Type='http://schemas.openxmlformats.org/officeDocument/2006/relationships/image' Target='../media/image53.png'/><Relationship Id='layout' Type='http://schemas.openxmlformats.org/officeDocument/2006/relationships/slideLayout' Target='../slideLayouts/slideLayout1.xml'/></Relationships>
</file>

<file path=ppt/slides/_rels/slide54.xml.rels><Relationships xmlns='http://schemas.openxmlformats.org/package/2006/relationships'><Relationship Id='image' Type='http://schemas.openxmlformats.org/officeDocument/2006/relationships/image' Target='../media/image54.png'/><Relationship Id='layout' Type='http://schemas.openxmlformats.org/officeDocument/2006/relationships/slideLayout' Target='../slideLayouts/slideLayout1.xml'/></Relationships>
</file>

<file path=ppt/slides/_rels/slide55.xml.rels><Relationships xmlns='http://schemas.openxmlformats.org/package/2006/relationships'><Relationship Id='image' Type='http://schemas.openxmlformats.org/officeDocument/2006/relationships/image' Target='../media/image55.png'/><Relationship Id='layout' Type='http://schemas.openxmlformats.org/officeDocument/2006/relationships/slideLayout' Target='../slideLayouts/slideLayout1.xml'/></Relationships>
</file>

<file path=ppt/slides/_rels/slide56.xml.rels><Relationships xmlns='http://schemas.openxmlformats.org/package/2006/relationships'><Relationship Id='image' Type='http://schemas.openxmlformats.org/officeDocument/2006/relationships/image' Target='../media/image56.png'/><Relationship Id='layout' Type='http://schemas.openxmlformats.org/officeDocument/2006/relationships/slideLayout' Target='../slideLayouts/slideLayout1.xml'/></Relationships>
</file>

<file path=ppt/slides/_rels/slide57.xml.rels><Relationships xmlns='http://schemas.openxmlformats.org/package/2006/relationships'><Relationship Id='image' Type='http://schemas.openxmlformats.org/officeDocument/2006/relationships/image' Target='../media/image57.png'/><Relationship Id='layout' Type='http://schemas.openxmlformats.org/officeDocument/2006/relationships/slideLayout' Target='../slideLayouts/slideLayout1.xml'/></Relationships>
</file>

<file path=ppt/slides/_rels/slide58.xml.rels><Relationships xmlns='http://schemas.openxmlformats.org/package/2006/relationships'><Relationship Id='image' Type='http://schemas.openxmlformats.org/officeDocument/2006/relationships/image' Target='../media/image58.png'/><Relationship Id='layout' Type='http://schemas.openxmlformats.org/officeDocument/2006/relationships/slideLayout' Target='../slideLayouts/slideLayout1.xml'/></Relationships>
</file>

<file path=ppt/slides/_rels/slide59.xml.rels><Relationships xmlns='http://schemas.openxmlformats.org/package/2006/relationships'><Relationship Id='image' Type='http://schemas.openxmlformats.org/officeDocument/2006/relationships/image' Target='../media/image59.png'/><Relationship Id='layout' Type='http://schemas.openxmlformats.org/officeDocument/2006/relationships/slideLayout' Target='../slideLayouts/slideLayout1.xml'/></Relationships>
</file>

<file path=ppt/slides/_rels/slide60.xml.rels><Relationships xmlns='http://schemas.openxmlformats.org/package/2006/relationships'><Relationship Id='image' Type='http://schemas.openxmlformats.org/officeDocument/2006/relationships/image' Target='../media/image60.png'/><Relationship Id='layout' Type='http://schemas.openxmlformats.org/officeDocument/2006/relationships/slideLayout' Target='../slideLayouts/slideLayout1.xml'/></Relationships>
</file>

<file path=ppt/slides/_rels/slide61.xml.rels><Relationships xmlns='http://schemas.openxmlformats.org/package/2006/relationships'><Relationship Id='image' Type='http://schemas.openxmlformats.org/officeDocument/2006/relationships/image' Target='../media/image61.png'/><Relationship Id='layout' Type='http://schemas.openxmlformats.org/officeDocument/2006/relationships/slideLayout' Target='../slideLayouts/slideLayout1.xml'/></Relationships>
</file>

<file path=ppt/slides/_rels/slide62.xml.rels><Relationships xmlns='http://schemas.openxmlformats.org/package/2006/relationships'><Relationship Id='image' Type='http://schemas.openxmlformats.org/officeDocument/2006/relationships/image' Target='../media/image62.png'/><Relationship Id='layout' Type='http://schemas.openxmlformats.org/officeDocument/2006/relationships/slideLayout' Target='../slideLayouts/slideLayout1.xml'/></Relationships>
</file>

<file path=ppt/slides/_rels/slide63.xml.rels><Relationships xmlns='http://schemas.openxmlformats.org/package/2006/relationships'><Relationship Id='image' Type='http://schemas.openxmlformats.org/officeDocument/2006/relationships/image' Target='../media/image63.png'/><Relationship Id='layout' Type='http://schemas.openxmlformats.org/officeDocument/2006/relationships/slideLayout' Target='../slideLayouts/slideLayout1.xml'/></Relationships>
</file>

<file path=ppt/slides/_rels/slide64.xml.rels><Relationships xmlns='http://schemas.openxmlformats.org/package/2006/relationships'><Relationship Id='image' Type='http://schemas.openxmlformats.org/officeDocument/2006/relationships/image' Target='../media/image64.png'/><Relationship Id='layout' Type='http://schemas.openxmlformats.org/officeDocument/2006/relationships/slideLayout' Target='../slideLayouts/slideLayout1.xml'/></Relationships>
</file>

<file path=ppt/slides/_rels/slide65.xml.rels><Relationships xmlns='http://schemas.openxmlformats.org/package/2006/relationships'><Relationship Id='image' Type='http://schemas.openxmlformats.org/officeDocument/2006/relationships/image' Target='../media/image65.png'/><Relationship Id='layout' Type='http://schemas.openxmlformats.org/officeDocument/2006/relationships/slideLayout' Target='../slideLayouts/slideLayout1.xml'/></Relationships>
</file>

<file path=ppt/slides/_rels/slide66.xml.rels><Relationships xmlns='http://schemas.openxmlformats.org/package/2006/relationships'><Relationship Id='image' Type='http://schemas.openxmlformats.org/officeDocument/2006/relationships/image' Target='../media/image66.png'/><Relationship Id='layout' Type='http://schemas.openxmlformats.org/officeDocument/2006/relationships/slideLayout' Target='../slideLayouts/slideLayout1.xml'/></Relationships>
</file>

<file path=ppt/slides/_rels/slide67.xml.rels><Relationships xmlns='http://schemas.openxmlformats.org/package/2006/relationships'><Relationship Id='image' Type='http://schemas.openxmlformats.org/officeDocument/2006/relationships/image' Target='../media/image67.png'/><Relationship Id='layout' Type='http://schemas.openxmlformats.org/officeDocument/2006/relationships/slideLayout' Target='../slideLayouts/slideLayout1.xml'/></Relationships>
</file>

<file path=ppt/slides/_rels/slide68.xml.rels><Relationships xmlns='http://schemas.openxmlformats.org/package/2006/relationships'><Relationship Id='image' Type='http://schemas.openxmlformats.org/officeDocument/2006/relationships/image' Target='../media/image68.png'/><Relationship Id='layout' Type='http://schemas.openxmlformats.org/officeDocument/2006/relationships/slideLayout' Target='../slideLayouts/slideLayout1.xml'/></Relationships>
</file>

<file path=ppt/slides/_rels/slide69.xml.rels><Relationships xmlns='http://schemas.openxmlformats.org/package/2006/relationships'><Relationship Id='image' Type='http://schemas.openxmlformats.org/officeDocument/2006/relationships/image' Target='../media/image69.png'/><Relationship Id='layout' Type='http://schemas.openxmlformats.org/officeDocument/2006/relationships/slideLayout' Target='../slideLayouts/slideLayout1.xml'/></Relationships>
</file>

<file path=ppt/slides/_rels/slide70.xml.rels><Relationships xmlns='http://schemas.openxmlformats.org/package/2006/relationships'><Relationship Id='image' Type='http://schemas.openxmlformats.org/officeDocument/2006/relationships/image' Target='../media/image70.png'/><Relationship Id='layout' Type='http://schemas.openxmlformats.org/officeDocument/2006/relationships/slideLayout' Target='../slideLayouts/slideLayout1.xml'/></Relationships>
</file>

<file path=ppt/slides/_rels/slide71.xml.rels><Relationships xmlns='http://schemas.openxmlformats.org/package/2006/relationships'><Relationship Id='image' Type='http://schemas.openxmlformats.org/officeDocument/2006/relationships/image' Target='../media/image71.png'/><Relationship Id='layout' Type='http://schemas.openxmlformats.org/officeDocument/2006/relationships/slideLayout' Target='../slideLayouts/slideLayout1.xml'/></Relationships>
</file>

<file path=ppt/slides/_rels/slide72.xml.rels><Relationships xmlns='http://schemas.openxmlformats.org/package/2006/relationships'><Relationship Id='image' Type='http://schemas.openxmlformats.org/officeDocument/2006/relationships/image' Target='../media/image72.png'/><Relationship Id='layout' Type='http://schemas.openxmlformats.org/officeDocument/2006/relationships/slideLayout' Target='../slideLayouts/slideLayout1.xml'/></Relationships>
</file>

<file path=ppt/slides/_rels/slide73.xml.rels><Relationships xmlns='http://schemas.openxmlformats.org/package/2006/relationships'><Relationship Id='image' Type='http://schemas.openxmlformats.org/officeDocument/2006/relationships/image' Target='../media/image73.png'/><Relationship Id='layout' Type='http://schemas.openxmlformats.org/officeDocument/2006/relationships/slideLayout' Target='../slideLayouts/slideLayout1.xml'/></Relationships>
</file>

<file path=ppt/slides/_rels/slide74.xml.rels><Relationships xmlns='http://schemas.openxmlformats.org/package/2006/relationships'><Relationship Id='image' Type='http://schemas.openxmlformats.org/officeDocument/2006/relationships/image' Target='../media/image74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