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  <p:sldId id="313" r:id="slide58"/>
    <p:sldId id="314" r:id="slide59"/>
    <p:sldId id="315" r:id="slide60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Relationship Id='slide58' Type='http://schemas.openxmlformats.org/officeDocument/2006/relationships/slide' Target='slides/slide58.xml'/><Relationship Id='slide59' Type='http://schemas.openxmlformats.org/officeDocument/2006/relationships/slide' Target='slides/slide59.xml'/><Relationship Id='slide60' Type='http://schemas.openxmlformats.org/officeDocument/2006/relationships/slide' Target='slides/slide60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_rels/slide58.xml.rels><Relationships xmlns='http://schemas.openxmlformats.org/package/2006/relationships'><Relationship Id='image' Type='http://schemas.openxmlformats.org/officeDocument/2006/relationships/image' Target='../media/image58.png'/><Relationship Id='layout' Type='http://schemas.openxmlformats.org/officeDocument/2006/relationships/slideLayout' Target='../slideLayouts/slideLayout1.xml'/></Relationships>
</file>

<file path=ppt/slides/_rels/slide59.xml.rels><Relationships xmlns='http://schemas.openxmlformats.org/package/2006/relationships'><Relationship Id='image' Type='http://schemas.openxmlformats.org/officeDocument/2006/relationships/image' Target='../media/image59.png'/><Relationship Id='layout' Type='http://schemas.openxmlformats.org/officeDocument/2006/relationships/slideLayout' Target='../slideLayouts/slideLayout1.xml'/></Relationships>
</file>

<file path=ppt/slides/_rels/slide60.xml.rels><Relationships xmlns='http://schemas.openxmlformats.org/package/2006/relationships'><Relationship Id='image' Type='http://schemas.openxmlformats.org/officeDocument/2006/relationships/image' Target='../media/image60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