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</Types>
</file>

<file path=_rels/.rels><Relationships xmlns="http://schemas.openxmlformats.org/package/2006/relationships"><Relationship Id="presentation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  <p:sldId id="258" r:id="slide3"/>
    <p:sldId id="259" r:id="slide4"/>
    <p:sldId id="260" r:id="slide5"/>
    <p:sldId id="261" r:id="slide6"/>
    <p:sldId id="262" r:id="slide7"/>
    <p:sldId id="263" r:id="slide8"/>
    <p:sldId id="264" r:id="slide9"/>
    <p:sldId id="265" r:id="slide10"/>
    <p:sldId id="266" r:id="slide11"/>
    <p:sldId id="267" r:id="slide12"/>
    <p:sldId id="268" r:id="slide13"/>
    <p:sldId id="269" r:id="slide14"/>
    <p:sldId id="270" r:id="slide15"/>
    <p:sldId id="271" r:id="slide16"/>
    <p:sldId id="272" r:id="slide17"/>
    <p:sldId id="273" r:id="slide18"/>
    <p:sldId id="274" r:id="slide19"/>
    <p:sldId id="275" r:id="slide20"/>
    <p:sldId id="276" r:id="slide21"/>
    <p:sldId id="277" r:id="slide22"/>
    <p:sldId id="278" r:id="slide23"/>
    <p:sldId id="279" r:id="slide24"/>
    <p:sldId id="280" r:id="slide25"/>
    <p:sldId id="281" r:id="slide26"/>
    <p:sldId id="282" r:id="slide27"/>
    <p:sldId id="283" r:id="slide28"/>
    <p:sldId id="284" r:id="slide29"/>
    <p:sldId id="285" r:id="slide30"/>
    <p:sldId id="286" r:id="slide31"/>
    <p:sldId id="287" r:id="slide32"/>
    <p:sldId id="288" r:id="slide33"/>
    <p:sldId id="289" r:id="slide34"/>
    <p:sldId id="290" r:id="slide35"/>
    <p:sldId id="291" r:id="slide36"/>
    <p:sldId id="292" r:id="slide37"/>
    <p:sldId id="293" r:id="slide38"/>
    <p:sldId id="294" r:id="slide39"/>
    <p:sldId id="295" r:id="slide40"/>
    <p:sldId id="296" r:id="slide41"/>
    <p:sldId id="297" r:id="slide42"/>
    <p:sldId id="298" r:id="slide43"/>
    <p:sldId id="299" r:id="slide44"/>
    <p:sldId id="300" r:id="slide45"/>
    <p:sldId id="301" r:id="slide46"/>
    <p:sldId id="302" r:id="slide47"/>
    <p:sldId id="303" r:id="slide48"/>
    <p:sldId id="304" r:id="slide49"/>
    <p:sldId id="305" r:id="slide50"/>
    <p:sldId id="306" r:id="slide51"/>
    <p:sldId id="307" r:id="slide52"/>
    <p:sldId id="308" r:id="slide53"/>
    <p:sldId id="309" r:id="slide54"/>
    <p:sldId id="310" r:id="slide55"/>
    <p:sldId id="311" r:id="slide56"/>
    <p:sldId id="312" r:id="slide57"/>
    <p:sldId id="313" r:id="slide58"/>
    <p:sldId id="314" r:id="slide59"/>
    <p:sldId id="315" r:id="slide60"/>
    <p:sldId id="316" r:id="slide61"/>
    <p:sldId id="317" r:id="slide62"/>
    <p:sldId id="318" r:id="slide63"/>
    <p:sldId id="319" r:id="slide64"/>
    <p:sldId id="320" r:id="slide65"/>
    <p:sldId id="321" r:id="slide66"/>
    <p:sldId id="322" r:id="slide67"/>
    <p:sldId id="323" r:id="slide68"/>
    <p:sldId id="324" r:id="slide69"/>
    <p:sldId id="325" r:id="slide70"/>
    <p:sldId id="326" r:id="slide71"/>
    <p:sldId id="327" r:id="slide72"/>
    <p:sldId id="328" r:id="slide73"/>
    <p:sldId id="329" r:id="slide74"/>
    <p:sldId id="330" r:id="slide75"/>
    <p:sldId id="331" r:id="slide76"/>
    <p:sldId id="332" r:id="slide77"/>
    <p:sldId id="333" r:id="slide78"/>
    <p:sldId id="334" r:id="slide79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slideMaster1.xml"/><Relationship Id='slide1' Type='http://schemas.openxmlformats.org/officeDocument/2006/relationships/slide' Target='slides/slide1.xml'/><Relationship Id='slide2' Type='http://schemas.openxmlformats.org/officeDocument/2006/relationships/slide' Target='slides/slide2.xml'/><Relationship Id='slide3' Type='http://schemas.openxmlformats.org/officeDocument/2006/relationships/slide' Target='slides/slide3.xml'/><Relationship Id='slide4' Type='http://schemas.openxmlformats.org/officeDocument/2006/relationships/slide' Target='slides/slide4.xml'/><Relationship Id='slide5' Type='http://schemas.openxmlformats.org/officeDocument/2006/relationships/slide' Target='slides/slide5.xml'/><Relationship Id='slide6' Type='http://schemas.openxmlformats.org/officeDocument/2006/relationships/slide' Target='slides/slide6.xml'/><Relationship Id='slide7' Type='http://schemas.openxmlformats.org/officeDocument/2006/relationships/slide' Target='slides/slide7.xml'/><Relationship Id='slide8' Type='http://schemas.openxmlformats.org/officeDocument/2006/relationships/slide' Target='slides/slide8.xml'/><Relationship Id='slide9' Type='http://schemas.openxmlformats.org/officeDocument/2006/relationships/slide' Target='slides/slide9.xml'/><Relationship Id='slide10' Type='http://schemas.openxmlformats.org/officeDocument/2006/relationships/slide' Target='slides/slide10.xml'/><Relationship Id='slide11' Type='http://schemas.openxmlformats.org/officeDocument/2006/relationships/slide' Target='slides/slide11.xml'/><Relationship Id='slide12' Type='http://schemas.openxmlformats.org/officeDocument/2006/relationships/slide' Target='slides/slide12.xml'/><Relationship Id='slide13' Type='http://schemas.openxmlformats.org/officeDocument/2006/relationships/slide' Target='slides/slide13.xml'/><Relationship Id='slide14' Type='http://schemas.openxmlformats.org/officeDocument/2006/relationships/slide' Target='slides/slide14.xml'/><Relationship Id='slide15' Type='http://schemas.openxmlformats.org/officeDocument/2006/relationships/slide' Target='slides/slide15.xml'/><Relationship Id='slide16' Type='http://schemas.openxmlformats.org/officeDocument/2006/relationships/slide' Target='slides/slide16.xml'/><Relationship Id='slide17' Type='http://schemas.openxmlformats.org/officeDocument/2006/relationships/slide' Target='slides/slide17.xml'/><Relationship Id='slide18' Type='http://schemas.openxmlformats.org/officeDocument/2006/relationships/slide' Target='slides/slide18.xml'/><Relationship Id='slide19' Type='http://schemas.openxmlformats.org/officeDocument/2006/relationships/slide' Target='slides/slide19.xml'/><Relationship Id='slide20' Type='http://schemas.openxmlformats.org/officeDocument/2006/relationships/slide' Target='slides/slide20.xml'/><Relationship Id='slide21' Type='http://schemas.openxmlformats.org/officeDocument/2006/relationships/slide' Target='slides/slide21.xml'/><Relationship Id='slide22' Type='http://schemas.openxmlformats.org/officeDocument/2006/relationships/slide' Target='slides/slide22.xml'/><Relationship Id='slide23' Type='http://schemas.openxmlformats.org/officeDocument/2006/relationships/slide' Target='slides/slide23.xml'/><Relationship Id='slide24' Type='http://schemas.openxmlformats.org/officeDocument/2006/relationships/slide' Target='slides/slide24.xml'/><Relationship Id='slide25' Type='http://schemas.openxmlformats.org/officeDocument/2006/relationships/slide' Target='slides/slide25.xml'/><Relationship Id='slide26' Type='http://schemas.openxmlformats.org/officeDocument/2006/relationships/slide' Target='slides/slide26.xml'/><Relationship Id='slide27' Type='http://schemas.openxmlformats.org/officeDocument/2006/relationships/slide' Target='slides/slide27.xml'/><Relationship Id='slide28' Type='http://schemas.openxmlformats.org/officeDocument/2006/relationships/slide' Target='slides/slide28.xml'/><Relationship Id='slide29' Type='http://schemas.openxmlformats.org/officeDocument/2006/relationships/slide' Target='slides/slide29.xml'/><Relationship Id='slide30' Type='http://schemas.openxmlformats.org/officeDocument/2006/relationships/slide' Target='slides/slide30.xml'/><Relationship Id='slide31' Type='http://schemas.openxmlformats.org/officeDocument/2006/relationships/slide' Target='slides/slide31.xml'/><Relationship Id='slide32' Type='http://schemas.openxmlformats.org/officeDocument/2006/relationships/slide' Target='slides/slide32.xml'/><Relationship Id='slide33' Type='http://schemas.openxmlformats.org/officeDocument/2006/relationships/slide' Target='slides/slide33.xml'/><Relationship Id='slide34' Type='http://schemas.openxmlformats.org/officeDocument/2006/relationships/slide' Target='slides/slide34.xml'/><Relationship Id='slide35' Type='http://schemas.openxmlformats.org/officeDocument/2006/relationships/slide' Target='slides/slide35.xml'/><Relationship Id='slide36' Type='http://schemas.openxmlformats.org/officeDocument/2006/relationships/slide' Target='slides/slide36.xml'/><Relationship Id='slide37' Type='http://schemas.openxmlformats.org/officeDocument/2006/relationships/slide' Target='slides/slide37.xml'/><Relationship Id='slide38' Type='http://schemas.openxmlformats.org/officeDocument/2006/relationships/slide' Target='slides/slide38.xml'/><Relationship Id='slide39' Type='http://schemas.openxmlformats.org/officeDocument/2006/relationships/slide' Target='slides/slide39.xml'/><Relationship Id='slide40' Type='http://schemas.openxmlformats.org/officeDocument/2006/relationships/slide' Target='slides/slide40.xml'/><Relationship Id='slide41' Type='http://schemas.openxmlformats.org/officeDocument/2006/relationships/slide' Target='slides/slide41.xml'/><Relationship Id='slide42' Type='http://schemas.openxmlformats.org/officeDocument/2006/relationships/slide' Target='slides/slide42.xml'/><Relationship Id='slide43' Type='http://schemas.openxmlformats.org/officeDocument/2006/relationships/slide' Target='slides/slide43.xml'/><Relationship Id='slide44' Type='http://schemas.openxmlformats.org/officeDocument/2006/relationships/slide' Target='slides/slide44.xml'/><Relationship Id='slide45' Type='http://schemas.openxmlformats.org/officeDocument/2006/relationships/slide' Target='slides/slide45.xml'/><Relationship Id='slide46' Type='http://schemas.openxmlformats.org/officeDocument/2006/relationships/slide' Target='slides/slide46.xml'/><Relationship Id='slide47' Type='http://schemas.openxmlformats.org/officeDocument/2006/relationships/slide' Target='slides/slide47.xml'/><Relationship Id='slide48' Type='http://schemas.openxmlformats.org/officeDocument/2006/relationships/slide' Target='slides/slide48.xml'/><Relationship Id='slide49' Type='http://schemas.openxmlformats.org/officeDocument/2006/relationships/slide' Target='slides/slide49.xml'/><Relationship Id='slide50' Type='http://schemas.openxmlformats.org/officeDocument/2006/relationships/slide' Target='slides/slide50.xml'/><Relationship Id='slide51' Type='http://schemas.openxmlformats.org/officeDocument/2006/relationships/slide' Target='slides/slide51.xml'/><Relationship Id='slide52' Type='http://schemas.openxmlformats.org/officeDocument/2006/relationships/slide' Target='slides/slide52.xml'/><Relationship Id='slide53' Type='http://schemas.openxmlformats.org/officeDocument/2006/relationships/slide' Target='slides/slide53.xml'/><Relationship Id='slide54' Type='http://schemas.openxmlformats.org/officeDocument/2006/relationships/slide' Target='slides/slide54.xml'/><Relationship Id='slide55' Type='http://schemas.openxmlformats.org/officeDocument/2006/relationships/slide' Target='slides/slide55.xml'/><Relationship Id='slide56' Type='http://schemas.openxmlformats.org/officeDocument/2006/relationships/slide' Target='slides/slide56.xml'/><Relationship Id='slide57' Type='http://schemas.openxmlformats.org/officeDocument/2006/relationships/slide' Target='slides/slide57.xml'/><Relationship Id='slide58' Type='http://schemas.openxmlformats.org/officeDocument/2006/relationships/slide' Target='slides/slide58.xml'/><Relationship Id='slide59' Type='http://schemas.openxmlformats.org/officeDocument/2006/relationships/slide' Target='slides/slide59.xml'/><Relationship Id='slide60' Type='http://schemas.openxmlformats.org/officeDocument/2006/relationships/slide' Target='slides/slide60.xml'/><Relationship Id='slide61' Type='http://schemas.openxmlformats.org/officeDocument/2006/relationships/slide' Target='slides/slide61.xml'/><Relationship Id='slide62' Type='http://schemas.openxmlformats.org/officeDocument/2006/relationships/slide' Target='slides/slide62.xml'/><Relationship Id='slide63' Type='http://schemas.openxmlformats.org/officeDocument/2006/relationships/slide' Target='slides/slide63.xml'/><Relationship Id='slide64' Type='http://schemas.openxmlformats.org/officeDocument/2006/relationships/slide' Target='slides/slide64.xml'/><Relationship Id='slide65' Type='http://schemas.openxmlformats.org/officeDocument/2006/relationships/slide' Target='slides/slide65.xml'/><Relationship Id='slide66' Type='http://schemas.openxmlformats.org/officeDocument/2006/relationships/slide' Target='slides/slide66.xml'/><Relationship Id='slide67' Type='http://schemas.openxmlformats.org/officeDocument/2006/relationships/slide' Target='slides/slide67.xml'/><Relationship Id='slide68' Type='http://schemas.openxmlformats.org/officeDocument/2006/relationships/slide' Target='slides/slide68.xml'/><Relationship Id='slide69' Type='http://schemas.openxmlformats.org/officeDocument/2006/relationships/slide' Target='slides/slide69.xml'/><Relationship Id='slide70' Type='http://schemas.openxmlformats.org/officeDocument/2006/relationships/slide' Target='slides/slide70.xml'/><Relationship Id='slide71' Type='http://schemas.openxmlformats.org/officeDocument/2006/relationships/slide' Target='slides/slide71.xml'/><Relationship Id='slide72' Type='http://schemas.openxmlformats.org/officeDocument/2006/relationships/slide' Target='slides/slide72.xml'/><Relationship Id='slide73' Type='http://schemas.openxmlformats.org/officeDocument/2006/relationships/slide' Target='slides/slide73.xml'/><Relationship Id='slide74' Type='http://schemas.openxmlformats.org/officeDocument/2006/relationships/slide' Target='slides/slide74.xml'/><Relationship Id='slide75' Type='http://schemas.openxmlformats.org/officeDocument/2006/relationships/slide' Target='slides/slide75.xml'/><Relationship Id='slide76' Type='http://schemas.openxmlformats.org/officeDocument/2006/relationships/slide' Target='slides/slide76.xml'/><Relationship Id='slide77' Type='http://schemas.openxmlformats.org/officeDocument/2006/relationships/slide' Target='slides/slide77.xml'/><Relationship Id='slide78' Type='http://schemas.openxmlformats.org/officeDocument/2006/relationships/slide' Target='slides/slide78.xml'/><Relationship Id='slide79' Type='http://schemas.openxmlformats.org/officeDocument/2006/relationships/slide' Target='slides/slide79.xml'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layout"/>
  </p:sldLayoutIdLst>
</p:sldMaster>
</file>

<file path=ppt/slides/_rels/slide1.xml.rels><Relationships xmlns='http://schemas.openxmlformats.org/package/2006/relationships'><Relationship Id='image' Type='http://schemas.openxmlformats.org/officeDocument/2006/relationships/image' Target='../media/image1.png'/><Relationship Id='layout' Type='http://schemas.openxmlformats.org/officeDocument/2006/relationships/slideLayout' Target='../slideLayouts/slideLayout1.xml'/></Relationships>
</file>

<file path=ppt/slides/_rels/slide2.xml.rels><Relationships xmlns='http://schemas.openxmlformats.org/package/2006/relationships'><Relationship Id='image' Type='http://schemas.openxmlformats.org/officeDocument/2006/relationships/image' Target='../media/image2.png'/><Relationship Id='layout' Type='http://schemas.openxmlformats.org/officeDocument/2006/relationships/slideLayout' Target='../slideLayouts/slideLayout1.xml'/></Relationships>
</file>

<file path=ppt/slides/_rels/slide3.xml.rels><Relationships xmlns='http://schemas.openxmlformats.org/package/2006/relationships'><Relationship Id='image' Type='http://schemas.openxmlformats.org/officeDocument/2006/relationships/image' Target='../media/image3.png'/><Relationship Id='layout' Type='http://schemas.openxmlformats.org/officeDocument/2006/relationships/slideLayout' Target='../slideLayouts/slideLayout1.xml'/></Relationships>
</file>

<file path=ppt/slides/_rels/slide4.xml.rels><Relationships xmlns='http://schemas.openxmlformats.org/package/2006/relationships'><Relationship Id='image' Type='http://schemas.openxmlformats.org/officeDocument/2006/relationships/image' Target='../media/image4.png'/><Relationship Id='layout' Type='http://schemas.openxmlformats.org/officeDocument/2006/relationships/slideLayout' Target='../slideLayouts/slideLayout1.xml'/></Relationships>
</file>

<file path=ppt/slides/_rels/slide5.xml.rels><Relationships xmlns='http://schemas.openxmlformats.org/package/2006/relationships'><Relationship Id='image' Type='http://schemas.openxmlformats.org/officeDocument/2006/relationships/image' Target='../media/image5.png'/><Relationship Id='layout' Type='http://schemas.openxmlformats.org/officeDocument/2006/relationships/slideLayout' Target='../slideLayouts/slideLayout1.xml'/></Relationships>
</file>

<file path=ppt/slides/_rels/slide6.xml.rels><Relationships xmlns='http://schemas.openxmlformats.org/package/2006/relationships'><Relationship Id='image' Type='http://schemas.openxmlformats.org/officeDocument/2006/relationships/image' Target='../media/image6.png'/><Relationship Id='layout' Type='http://schemas.openxmlformats.org/officeDocument/2006/relationships/slideLayout' Target='../slideLayouts/slideLayout1.xml'/></Relationships>
</file>

<file path=ppt/slides/_rels/slide7.xml.rels><Relationships xmlns='http://schemas.openxmlformats.org/package/2006/relationships'><Relationship Id='image' Type='http://schemas.openxmlformats.org/officeDocument/2006/relationships/image' Target='../media/image7.png'/><Relationship Id='layout' Type='http://schemas.openxmlformats.org/officeDocument/2006/relationships/slideLayout' Target='../slideLayouts/slideLayout1.xml'/></Relationships>
</file>

<file path=ppt/slides/_rels/slide8.xml.rels><Relationships xmlns='http://schemas.openxmlformats.org/package/2006/relationships'><Relationship Id='image' Type='http://schemas.openxmlformats.org/officeDocument/2006/relationships/image' Target='../media/image8.png'/><Relationship Id='layout' Type='http://schemas.openxmlformats.org/officeDocument/2006/relationships/slideLayout' Target='../slideLayouts/slideLayout1.xml'/></Relationships>
</file>

<file path=ppt/slides/_rels/slide9.xml.rels><Relationships xmlns='http://schemas.openxmlformats.org/package/2006/relationships'><Relationship Id='image' Type='http://schemas.openxmlformats.org/officeDocument/2006/relationships/image' Target='../media/image9.png'/><Relationship Id='layout' Type='http://schemas.openxmlformats.org/officeDocument/2006/relationships/slideLayout' Target='../slideLayouts/slideLayout1.xml'/></Relationships>
</file>

<file path=ppt/slides/_rels/slide10.xml.rels><Relationships xmlns='http://schemas.openxmlformats.org/package/2006/relationships'><Relationship Id='image' Type='http://schemas.openxmlformats.org/officeDocument/2006/relationships/image' Target='../media/image10.png'/><Relationship Id='layout' Type='http://schemas.openxmlformats.org/officeDocument/2006/relationships/slideLayout' Target='../slideLayouts/slideLayout1.xml'/></Relationships>
</file>

<file path=ppt/slides/_rels/slide11.xml.rels><Relationships xmlns='http://schemas.openxmlformats.org/package/2006/relationships'><Relationship Id='image' Type='http://schemas.openxmlformats.org/officeDocument/2006/relationships/image' Target='../media/image11.png'/><Relationship Id='layout' Type='http://schemas.openxmlformats.org/officeDocument/2006/relationships/slideLayout' Target='../slideLayouts/slideLayout1.xml'/></Relationships>
</file>

<file path=ppt/slides/_rels/slide12.xml.rels><Relationships xmlns='http://schemas.openxmlformats.org/package/2006/relationships'><Relationship Id='image' Type='http://schemas.openxmlformats.org/officeDocument/2006/relationships/image' Target='../media/image12.png'/><Relationship Id='layout' Type='http://schemas.openxmlformats.org/officeDocument/2006/relationships/slideLayout' Target='../slideLayouts/slideLayout1.xml'/></Relationships>
</file>

<file path=ppt/slides/_rels/slide13.xml.rels><Relationships xmlns='http://schemas.openxmlformats.org/package/2006/relationships'><Relationship Id='image' Type='http://schemas.openxmlformats.org/officeDocument/2006/relationships/image' Target='../media/image13.png'/><Relationship Id='layout' Type='http://schemas.openxmlformats.org/officeDocument/2006/relationships/slideLayout' Target='../slideLayouts/slideLayout1.xml'/></Relationships>
</file>

<file path=ppt/slides/_rels/slide14.xml.rels><Relationships xmlns='http://schemas.openxmlformats.org/package/2006/relationships'><Relationship Id='image' Type='http://schemas.openxmlformats.org/officeDocument/2006/relationships/image' Target='../media/image14.png'/><Relationship Id='layout' Type='http://schemas.openxmlformats.org/officeDocument/2006/relationships/slideLayout' Target='../slideLayouts/slideLayout1.xml'/></Relationships>
</file>

<file path=ppt/slides/_rels/slide15.xml.rels><Relationships xmlns='http://schemas.openxmlformats.org/package/2006/relationships'><Relationship Id='image' Type='http://schemas.openxmlformats.org/officeDocument/2006/relationships/image' Target='../media/image15.png'/><Relationship Id='layout' Type='http://schemas.openxmlformats.org/officeDocument/2006/relationships/slideLayout' Target='../slideLayouts/slideLayout1.xml'/></Relationships>
</file>

<file path=ppt/slides/_rels/slide16.xml.rels><Relationships xmlns='http://schemas.openxmlformats.org/package/2006/relationships'><Relationship Id='image' Type='http://schemas.openxmlformats.org/officeDocument/2006/relationships/image' Target='../media/image16.png'/><Relationship Id='layout' Type='http://schemas.openxmlformats.org/officeDocument/2006/relationships/slideLayout' Target='../slideLayouts/slideLayout1.xml'/></Relationships>
</file>

<file path=ppt/slides/_rels/slide17.xml.rels><Relationships xmlns='http://schemas.openxmlformats.org/package/2006/relationships'><Relationship Id='image' Type='http://schemas.openxmlformats.org/officeDocument/2006/relationships/image' Target='../media/image17.png'/><Relationship Id='layout' Type='http://schemas.openxmlformats.org/officeDocument/2006/relationships/slideLayout' Target='../slideLayouts/slideLayout1.xml'/></Relationships>
</file>

<file path=ppt/slides/_rels/slide18.xml.rels><Relationships xmlns='http://schemas.openxmlformats.org/package/2006/relationships'><Relationship Id='image' Type='http://schemas.openxmlformats.org/officeDocument/2006/relationships/image' Target='../media/image18.png'/><Relationship Id='layout' Type='http://schemas.openxmlformats.org/officeDocument/2006/relationships/slideLayout' Target='../slideLayouts/slideLayout1.xml'/></Relationships>
</file>

<file path=ppt/slides/_rels/slide19.xml.rels><Relationships xmlns='http://schemas.openxmlformats.org/package/2006/relationships'><Relationship Id='image' Type='http://schemas.openxmlformats.org/officeDocument/2006/relationships/image' Target='../media/image19.png'/><Relationship Id='layout' Type='http://schemas.openxmlformats.org/officeDocument/2006/relationships/slideLayout' Target='../slideLayouts/slideLayout1.xml'/></Relationships>
</file>

<file path=ppt/slides/_rels/slide20.xml.rels><Relationships xmlns='http://schemas.openxmlformats.org/package/2006/relationships'><Relationship Id='image' Type='http://schemas.openxmlformats.org/officeDocument/2006/relationships/image' Target='../media/image20.png'/><Relationship Id='layout' Type='http://schemas.openxmlformats.org/officeDocument/2006/relationships/slideLayout' Target='../slideLayouts/slideLayout1.xml'/></Relationships>
</file>

<file path=ppt/slides/_rels/slide21.xml.rels><Relationships xmlns='http://schemas.openxmlformats.org/package/2006/relationships'><Relationship Id='image' Type='http://schemas.openxmlformats.org/officeDocument/2006/relationships/image' Target='../media/image21.png'/><Relationship Id='layout' Type='http://schemas.openxmlformats.org/officeDocument/2006/relationships/slideLayout' Target='../slideLayouts/slideLayout1.xml'/></Relationships>
</file>

<file path=ppt/slides/_rels/slide22.xml.rels><Relationships xmlns='http://schemas.openxmlformats.org/package/2006/relationships'><Relationship Id='image' Type='http://schemas.openxmlformats.org/officeDocument/2006/relationships/image' Target='../media/image22.png'/><Relationship Id='layout' Type='http://schemas.openxmlformats.org/officeDocument/2006/relationships/slideLayout' Target='../slideLayouts/slideLayout1.xml'/></Relationships>
</file>

<file path=ppt/slides/_rels/slide23.xml.rels><Relationships xmlns='http://schemas.openxmlformats.org/package/2006/relationships'><Relationship Id='image' Type='http://schemas.openxmlformats.org/officeDocument/2006/relationships/image' Target='../media/image23.png'/><Relationship Id='layout' Type='http://schemas.openxmlformats.org/officeDocument/2006/relationships/slideLayout' Target='../slideLayouts/slideLayout1.xml'/></Relationships>
</file>

<file path=ppt/slides/_rels/slide24.xml.rels><Relationships xmlns='http://schemas.openxmlformats.org/package/2006/relationships'><Relationship Id='image' Type='http://schemas.openxmlformats.org/officeDocument/2006/relationships/image' Target='../media/image24.png'/><Relationship Id='layout' Type='http://schemas.openxmlformats.org/officeDocument/2006/relationships/slideLayout' Target='../slideLayouts/slideLayout1.xml'/></Relationships>
</file>

<file path=ppt/slides/_rels/slide25.xml.rels><Relationships xmlns='http://schemas.openxmlformats.org/package/2006/relationships'><Relationship Id='image' Type='http://schemas.openxmlformats.org/officeDocument/2006/relationships/image' Target='../media/image25.png'/><Relationship Id='layout' Type='http://schemas.openxmlformats.org/officeDocument/2006/relationships/slideLayout' Target='../slideLayouts/slideLayout1.xml'/></Relationships>
</file>

<file path=ppt/slides/_rels/slide26.xml.rels><Relationships xmlns='http://schemas.openxmlformats.org/package/2006/relationships'><Relationship Id='image' Type='http://schemas.openxmlformats.org/officeDocument/2006/relationships/image' Target='../media/image26.png'/><Relationship Id='layout' Type='http://schemas.openxmlformats.org/officeDocument/2006/relationships/slideLayout' Target='../slideLayouts/slideLayout1.xml'/></Relationships>
</file>

<file path=ppt/slides/_rels/slide27.xml.rels><Relationships xmlns='http://schemas.openxmlformats.org/package/2006/relationships'><Relationship Id='image' Type='http://schemas.openxmlformats.org/officeDocument/2006/relationships/image' Target='../media/image27.png'/><Relationship Id='layout' Type='http://schemas.openxmlformats.org/officeDocument/2006/relationships/slideLayout' Target='../slideLayouts/slideLayout1.xml'/></Relationships>
</file>

<file path=ppt/slides/_rels/slide28.xml.rels><Relationships xmlns='http://schemas.openxmlformats.org/package/2006/relationships'><Relationship Id='image' Type='http://schemas.openxmlformats.org/officeDocument/2006/relationships/image' Target='../media/image28.png'/><Relationship Id='layout' Type='http://schemas.openxmlformats.org/officeDocument/2006/relationships/slideLayout' Target='../slideLayouts/slideLayout1.xml'/></Relationships>
</file>

<file path=ppt/slides/_rels/slide29.xml.rels><Relationships xmlns='http://schemas.openxmlformats.org/package/2006/relationships'><Relationship Id='image' Type='http://schemas.openxmlformats.org/officeDocument/2006/relationships/image' Target='../media/image29.png'/><Relationship Id='layout' Type='http://schemas.openxmlformats.org/officeDocument/2006/relationships/slideLayout' Target='../slideLayouts/slideLayout1.xml'/></Relationships>
</file>

<file path=ppt/slides/_rels/slide30.xml.rels><Relationships xmlns='http://schemas.openxmlformats.org/package/2006/relationships'><Relationship Id='image' Type='http://schemas.openxmlformats.org/officeDocument/2006/relationships/image' Target='../media/image30.png'/><Relationship Id='layout' Type='http://schemas.openxmlformats.org/officeDocument/2006/relationships/slideLayout' Target='../slideLayouts/slideLayout1.xml'/></Relationships>
</file>

<file path=ppt/slides/_rels/slide31.xml.rels><Relationships xmlns='http://schemas.openxmlformats.org/package/2006/relationships'><Relationship Id='image' Type='http://schemas.openxmlformats.org/officeDocument/2006/relationships/image' Target='../media/image31.png'/><Relationship Id='layout' Type='http://schemas.openxmlformats.org/officeDocument/2006/relationships/slideLayout' Target='../slideLayouts/slideLayout1.xml'/></Relationships>
</file>

<file path=ppt/slides/_rels/slide32.xml.rels><Relationships xmlns='http://schemas.openxmlformats.org/package/2006/relationships'><Relationship Id='image' Type='http://schemas.openxmlformats.org/officeDocument/2006/relationships/image' Target='../media/image32.png'/><Relationship Id='layout' Type='http://schemas.openxmlformats.org/officeDocument/2006/relationships/slideLayout' Target='../slideLayouts/slideLayout1.xml'/></Relationships>
</file>

<file path=ppt/slides/_rels/slide33.xml.rels><Relationships xmlns='http://schemas.openxmlformats.org/package/2006/relationships'><Relationship Id='image' Type='http://schemas.openxmlformats.org/officeDocument/2006/relationships/image' Target='../media/image33.png'/><Relationship Id='layout' Type='http://schemas.openxmlformats.org/officeDocument/2006/relationships/slideLayout' Target='../slideLayouts/slideLayout1.xml'/></Relationships>
</file>

<file path=ppt/slides/_rels/slide34.xml.rels><Relationships xmlns='http://schemas.openxmlformats.org/package/2006/relationships'><Relationship Id='image' Type='http://schemas.openxmlformats.org/officeDocument/2006/relationships/image' Target='../media/image34.png'/><Relationship Id='layout' Type='http://schemas.openxmlformats.org/officeDocument/2006/relationships/slideLayout' Target='../slideLayouts/slideLayout1.xml'/></Relationships>
</file>

<file path=ppt/slides/_rels/slide35.xml.rels><Relationships xmlns='http://schemas.openxmlformats.org/package/2006/relationships'><Relationship Id='image' Type='http://schemas.openxmlformats.org/officeDocument/2006/relationships/image' Target='../media/image35.png'/><Relationship Id='layout' Type='http://schemas.openxmlformats.org/officeDocument/2006/relationships/slideLayout' Target='../slideLayouts/slideLayout1.xml'/></Relationships>
</file>

<file path=ppt/slides/_rels/slide36.xml.rels><Relationships xmlns='http://schemas.openxmlformats.org/package/2006/relationships'><Relationship Id='image' Type='http://schemas.openxmlformats.org/officeDocument/2006/relationships/image' Target='../media/image36.png'/><Relationship Id='layout' Type='http://schemas.openxmlformats.org/officeDocument/2006/relationships/slideLayout' Target='../slideLayouts/slideLayout1.xml'/></Relationships>
</file>

<file path=ppt/slides/_rels/slide37.xml.rels><Relationships xmlns='http://schemas.openxmlformats.org/package/2006/relationships'><Relationship Id='image' Type='http://schemas.openxmlformats.org/officeDocument/2006/relationships/image' Target='../media/image37.png'/><Relationship Id='layout' Type='http://schemas.openxmlformats.org/officeDocument/2006/relationships/slideLayout' Target='../slideLayouts/slideLayout1.xml'/></Relationships>
</file>

<file path=ppt/slides/_rels/slide38.xml.rels><Relationships xmlns='http://schemas.openxmlformats.org/package/2006/relationships'><Relationship Id='image' Type='http://schemas.openxmlformats.org/officeDocument/2006/relationships/image' Target='../media/image38.png'/><Relationship Id='layout' Type='http://schemas.openxmlformats.org/officeDocument/2006/relationships/slideLayout' Target='../slideLayouts/slideLayout1.xml'/></Relationships>
</file>

<file path=ppt/slides/_rels/slide39.xml.rels><Relationships xmlns='http://schemas.openxmlformats.org/package/2006/relationships'><Relationship Id='image' Type='http://schemas.openxmlformats.org/officeDocument/2006/relationships/image' Target='../media/image39.png'/><Relationship Id='layout' Type='http://schemas.openxmlformats.org/officeDocument/2006/relationships/slideLayout' Target='../slideLayouts/slideLayout1.xml'/></Relationships>
</file>

<file path=ppt/slides/_rels/slide40.xml.rels><Relationships xmlns='http://schemas.openxmlformats.org/package/2006/relationships'><Relationship Id='image' Type='http://schemas.openxmlformats.org/officeDocument/2006/relationships/image' Target='../media/image40.png'/><Relationship Id='layout' Type='http://schemas.openxmlformats.org/officeDocument/2006/relationships/slideLayout' Target='../slideLayouts/slideLayout1.xml'/></Relationships>
</file>

<file path=ppt/slides/_rels/slide41.xml.rels><Relationships xmlns='http://schemas.openxmlformats.org/package/2006/relationships'><Relationship Id='image' Type='http://schemas.openxmlformats.org/officeDocument/2006/relationships/image' Target='../media/image41.png'/><Relationship Id='layout' Type='http://schemas.openxmlformats.org/officeDocument/2006/relationships/slideLayout' Target='../slideLayouts/slideLayout1.xml'/></Relationships>
</file>

<file path=ppt/slides/_rels/slide42.xml.rels><Relationships xmlns='http://schemas.openxmlformats.org/package/2006/relationships'><Relationship Id='image' Type='http://schemas.openxmlformats.org/officeDocument/2006/relationships/image' Target='../media/image42.png'/><Relationship Id='layout' Type='http://schemas.openxmlformats.org/officeDocument/2006/relationships/slideLayout' Target='../slideLayouts/slideLayout1.xml'/></Relationships>
</file>

<file path=ppt/slides/_rels/slide43.xml.rels><Relationships xmlns='http://schemas.openxmlformats.org/package/2006/relationships'><Relationship Id='image' Type='http://schemas.openxmlformats.org/officeDocument/2006/relationships/image' Target='../media/image43.png'/><Relationship Id='layout' Type='http://schemas.openxmlformats.org/officeDocument/2006/relationships/slideLayout' Target='../slideLayouts/slideLayout1.xml'/></Relationships>
</file>

<file path=ppt/slides/_rels/slide44.xml.rels><Relationships xmlns='http://schemas.openxmlformats.org/package/2006/relationships'><Relationship Id='image' Type='http://schemas.openxmlformats.org/officeDocument/2006/relationships/image' Target='../media/image44.png'/><Relationship Id='layout' Type='http://schemas.openxmlformats.org/officeDocument/2006/relationships/slideLayout' Target='../slideLayouts/slideLayout1.xml'/></Relationships>
</file>

<file path=ppt/slides/_rels/slide45.xml.rels><Relationships xmlns='http://schemas.openxmlformats.org/package/2006/relationships'><Relationship Id='image' Type='http://schemas.openxmlformats.org/officeDocument/2006/relationships/image' Target='../media/image45.png'/><Relationship Id='layout' Type='http://schemas.openxmlformats.org/officeDocument/2006/relationships/slideLayout' Target='../slideLayouts/slideLayout1.xml'/></Relationships>
</file>

<file path=ppt/slides/_rels/slide46.xml.rels><Relationships xmlns='http://schemas.openxmlformats.org/package/2006/relationships'><Relationship Id='image' Type='http://schemas.openxmlformats.org/officeDocument/2006/relationships/image' Target='../media/image46.png'/><Relationship Id='layout' Type='http://schemas.openxmlformats.org/officeDocument/2006/relationships/slideLayout' Target='../slideLayouts/slideLayout1.xml'/></Relationships>
</file>

<file path=ppt/slides/_rels/slide47.xml.rels><Relationships xmlns='http://schemas.openxmlformats.org/package/2006/relationships'><Relationship Id='image' Type='http://schemas.openxmlformats.org/officeDocument/2006/relationships/image' Target='../media/image47.png'/><Relationship Id='layout' Type='http://schemas.openxmlformats.org/officeDocument/2006/relationships/slideLayout' Target='../slideLayouts/slideLayout1.xml'/></Relationships>
</file>

<file path=ppt/slides/_rels/slide48.xml.rels><Relationships xmlns='http://schemas.openxmlformats.org/package/2006/relationships'><Relationship Id='image' Type='http://schemas.openxmlformats.org/officeDocument/2006/relationships/image' Target='../media/image48.png'/><Relationship Id='layout' Type='http://schemas.openxmlformats.org/officeDocument/2006/relationships/slideLayout' Target='../slideLayouts/slideLayout1.xml'/></Relationships>
</file>

<file path=ppt/slides/_rels/slide49.xml.rels><Relationships xmlns='http://schemas.openxmlformats.org/package/2006/relationships'><Relationship Id='image' Type='http://schemas.openxmlformats.org/officeDocument/2006/relationships/image' Target='../media/image49.png'/><Relationship Id='layout' Type='http://schemas.openxmlformats.org/officeDocument/2006/relationships/slideLayout' Target='../slideLayouts/slideLayout1.xml'/></Relationships>
</file>

<file path=ppt/slides/_rels/slide50.xml.rels><Relationships xmlns='http://schemas.openxmlformats.org/package/2006/relationships'><Relationship Id='image' Type='http://schemas.openxmlformats.org/officeDocument/2006/relationships/image' Target='../media/image50.png'/><Relationship Id='layout' Type='http://schemas.openxmlformats.org/officeDocument/2006/relationships/slideLayout' Target='../slideLayouts/slideLayout1.xml'/></Relationships>
</file>

<file path=ppt/slides/_rels/slide51.xml.rels><Relationships xmlns='http://schemas.openxmlformats.org/package/2006/relationships'><Relationship Id='image' Type='http://schemas.openxmlformats.org/officeDocument/2006/relationships/image' Target='../media/image51.png'/><Relationship Id='layout' Type='http://schemas.openxmlformats.org/officeDocument/2006/relationships/slideLayout' Target='../slideLayouts/slideLayout1.xml'/></Relationships>
</file>

<file path=ppt/slides/_rels/slide52.xml.rels><Relationships xmlns='http://schemas.openxmlformats.org/package/2006/relationships'><Relationship Id='image' Type='http://schemas.openxmlformats.org/officeDocument/2006/relationships/image' Target='../media/image52.png'/><Relationship Id='layout' Type='http://schemas.openxmlformats.org/officeDocument/2006/relationships/slideLayout' Target='../slideLayouts/slideLayout1.xml'/></Relationships>
</file>

<file path=ppt/slides/_rels/slide53.xml.rels><Relationships xmlns='http://schemas.openxmlformats.org/package/2006/relationships'><Relationship Id='image' Type='http://schemas.openxmlformats.org/officeDocument/2006/relationships/image' Target='../media/image53.png'/><Relationship Id='layout' Type='http://schemas.openxmlformats.org/officeDocument/2006/relationships/slideLayout' Target='../slideLayouts/slideLayout1.xml'/></Relationships>
</file>

<file path=ppt/slides/_rels/slide54.xml.rels><Relationships xmlns='http://schemas.openxmlformats.org/package/2006/relationships'><Relationship Id='image' Type='http://schemas.openxmlformats.org/officeDocument/2006/relationships/image' Target='../media/image54.png'/><Relationship Id='layout' Type='http://schemas.openxmlformats.org/officeDocument/2006/relationships/slideLayout' Target='../slideLayouts/slideLayout1.xml'/></Relationships>
</file>

<file path=ppt/slides/_rels/slide55.xml.rels><Relationships xmlns='http://schemas.openxmlformats.org/package/2006/relationships'><Relationship Id='image' Type='http://schemas.openxmlformats.org/officeDocument/2006/relationships/image' Target='../media/image55.png'/><Relationship Id='layout' Type='http://schemas.openxmlformats.org/officeDocument/2006/relationships/slideLayout' Target='../slideLayouts/slideLayout1.xml'/></Relationships>
</file>

<file path=ppt/slides/_rels/slide56.xml.rels><Relationships xmlns='http://schemas.openxmlformats.org/package/2006/relationships'><Relationship Id='image' Type='http://schemas.openxmlformats.org/officeDocument/2006/relationships/image' Target='../media/image56.png'/><Relationship Id='layout' Type='http://schemas.openxmlformats.org/officeDocument/2006/relationships/slideLayout' Target='../slideLayouts/slideLayout1.xml'/></Relationships>
</file>

<file path=ppt/slides/_rels/slide57.xml.rels><Relationships xmlns='http://schemas.openxmlformats.org/package/2006/relationships'><Relationship Id='image' Type='http://schemas.openxmlformats.org/officeDocument/2006/relationships/image' Target='../media/image57.png'/><Relationship Id='layout' Type='http://schemas.openxmlformats.org/officeDocument/2006/relationships/slideLayout' Target='../slideLayouts/slideLayout1.xml'/></Relationships>
</file>

<file path=ppt/slides/_rels/slide58.xml.rels><Relationships xmlns='http://schemas.openxmlformats.org/package/2006/relationships'><Relationship Id='image' Type='http://schemas.openxmlformats.org/officeDocument/2006/relationships/image' Target='../media/image58.png'/><Relationship Id='layout' Type='http://schemas.openxmlformats.org/officeDocument/2006/relationships/slideLayout' Target='../slideLayouts/slideLayout1.xml'/></Relationships>
</file>

<file path=ppt/slides/_rels/slide59.xml.rels><Relationships xmlns='http://schemas.openxmlformats.org/package/2006/relationships'><Relationship Id='image' Type='http://schemas.openxmlformats.org/officeDocument/2006/relationships/image' Target='../media/image59.png'/><Relationship Id='layout' Type='http://schemas.openxmlformats.org/officeDocument/2006/relationships/slideLayout' Target='../slideLayouts/slideLayout1.xml'/></Relationships>
</file>

<file path=ppt/slides/_rels/slide60.xml.rels><Relationships xmlns='http://schemas.openxmlformats.org/package/2006/relationships'><Relationship Id='image' Type='http://schemas.openxmlformats.org/officeDocument/2006/relationships/image' Target='../media/image60.png'/><Relationship Id='layout' Type='http://schemas.openxmlformats.org/officeDocument/2006/relationships/slideLayout' Target='../slideLayouts/slideLayout1.xml'/></Relationships>
</file>

<file path=ppt/slides/_rels/slide61.xml.rels><Relationships xmlns='http://schemas.openxmlformats.org/package/2006/relationships'><Relationship Id='image' Type='http://schemas.openxmlformats.org/officeDocument/2006/relationships/image' Target='../media/image61.png'/><Relationship Id='layout' Type='http://schemas.openxmlformats.org/officeDocument/2006/relationships/slideLayout' Target='../slideLayouts/slideLayout1.xml'/></Relationships>
</file>

<file path=ppt/slides/_rels/slide62.xml.rels><Relationships xmlns='http://schemas.openxmlformats.org/package/2006/relationships'><Relationship Id='image' Type='http://schemas.openxmlformats.org/officeDocument/2006/relationships/image' Target='../media/image62.png'/><Relationship Id='layout' Type='http://schemas.openxmlformats.org/officeDocument/2006/relationships/slideLayout' Target='../slideLayouts/slideLayout1.xml'/></Relationships>
</file>

<file path=ppt/slides/_rels/slide63.xml.rels><Relationships xmlns='http://schemas.openxmlformats.org/package/2006/relationships'><Relationship Id='image' Type='http://schemas.openxmlformats.org/officeDocument/2006/relationships/image' Target='../media/image63.png'/><Relationship Id='layout' Type='http://schemas.openxmlformats.org/officeDocument/2006/relationships/slideLayout' Target='../slideLayouts/slideLayout1.xml'/></Relationships>
</file>

<file path=ppt/slides/_rels/slide64.xml.rels><Relationships xmlns='http://schemas.openxmlformats.org/package/2006/relationships'><Relationship Id='image' Type='http://schemas.openxmlformats.org/officeDocument/2006/relationships/image' Target='../media/image64.png'/><Relationship Id='layout' Type='http://schemas.openxmlformats.org/officeDocument/2006/relationships/slideLayout' Target='../slideLayouts/slideLayout1.xml'/></Relationships>
</file>

<file path=ppt/slides/_rels/slide65.xml.rels><Relationships xmlns='http://schemas.openxmlformats.org/package/2006/relationships'><Relationship Id='image' Type='http://schemas.openxmlformats.org/officeDocument/2006/relationships/image' Target='../media/image65.png'/><Relationship Id='layout' Type='http://schemas.openxmlformats.org/officeDocument/2006/relationships/slideLayout' Target='../slideLayouts/slideLayout1.xml'/></Relationships>
</file>

<file path=ppt/slides/_rels/slide66.xml.rels><Relationships xmlns='http://schemas.openxmlformats.org/package/2006/relationships'><Relationship Id='image' Type='http://schemas.openxmlformats.org/officeDocument/2006/relationships/image' Target='../media/image66.png'/><Relationship Id='layout' Type='http://schemas.openxmlformats.org/officeDocument/2006/relationships/slideLayout' Target='../slideLayouts/slideLayout1.xml'/></Relationships>
</file>

<file path=ppt/slides/_rels/slide67.xml.rels><Relationships xmlns='http://schemas.openxmlformats.org/package/2006/relationships'><Relationship Id='image' Type='http://schemas.openxmlformats.org/officeDocument/2006/relationships/image' Target='../media/image67.png'/><Relationship Id='layout' Type='http://schemas.openxmlformats.org/officeDocument/2006/relationships/slideLayout' Target='../slideLayouts/slideLayout1.xml'/></Relationships>
</file>

<file path=ppt/slides/_rels/slide68.xml.rels><Relationships xmlns='http://schemas.openxmlformats.org/package/2006/relationships'><Relationship Id='image' Type='http://schemas.openxmlformats.org/officeDocument/2006/relationships/image' Target='../media/image68.png'/><Relationship Id='layout' Type='http://schemas.openxmlformats.org/officeDocument/2006/relationships/slideLayout' Target='../slideLayouts/slideLayout1.xml'/></Relationships>
</file>

<file path=ppt/slides/_rels/slide69.xml.rels><Relationships xmlns='http://schemas.openxmlformats.org/package/2006/relationships'><Relationship Id='image' Type='http://schemas.openxmlformats.org/officeDocument/2006/relationships/image' Target='../media/image69.png'/><Relationship Id='layout' Type='http://schemas.openxmlformats.org/officeDocument/2006/relationships/slideLayout' Target='../slideLayouts/slideLayout1.xml'/></Relationships>
</file>

<file path=ppt/slides/_rels/slide70.xml.rels><Relationships xmlns='http://schemas.openxmlformats.org/package/2006/relationships'><Relationship Id='image' Type='http://schemas.openxmlformats.org/officeDocument/2006/relationships/image' Target='../media/image70.png'/><Relationship Id='layout' Type='http://schemas.openxmlformats.org/officeDocument/2006/relationships/slideLayout' Target='../slideLayouts/slideLayout1.xml'/></Relationships>
</file>

<file path=ppt/slides/_rels/slide71.xml.rels><Relationships xmlns='http://schemas.openxmlformats.org/package/2006/relationships'><Relationship Id='image' Type='http://schemas.openxmlformats.org/officeDocument/2006/relationships/image' Target='../media/image71.png'/><Relationship Id='layout' Type='http://schemas.openxmlformats.org/officeDocument/2006/relationships/slideLayout' Target='../slideLayouts/slideLayout1.xml'/></Relationships>
</file>

<file path=ppt/slides/_rels/slide72.xml.rels><Relationships xmlns='http://schemas.openxmlformats.org/package/2006/relationships'><Relationship Id='image' Type='http://schemas.openxmlformats.org/officeDocument/2006/relationships/image' Target='../media/image72.png'/><Relationship Id='layout' Type='http://schemas.openxmlformats.org/officeDocument/2006/relationships/slideLayout' Target='../slideLayouts/slideLayout1.xml'/></Relationships>
</file>

<file path=ppt/slides/_rels/slide73.xml.rels><Relationships xmlns='http://schemas.openxmlformats.org/package/2006/relationships'><Relationship Id='image' Type='http://schemas.openxmlformats.org/officeDocument/2006/relationships/image' Target='../media/image73.png'/><Relationship Id='layout' Type='http://schemas.openxmlformats.org/officeDocument/2006/relationships/slideLayout' Target='../slideLayouts/slideLayout1.xml'/></Relationships>
</file>

<file path=ppt/slides/_rels/slide74.xml.rels><Relationships xmlns='http://schemas.openxmlformats.org/package/2006/relationships'><Relationship Id='image' Type='http://schemas.openxmlformats.org/officeDocument/2006/relationships/image' Target='../media/image74.png'/><Relationship Id='layout' Type='http://schemas.openxmlformats.org/officeDocument/2006/relationships/slideLayout' Target='../slideLayouts/slideLayout1.xml'/></Relationships>
</file>

<file path=ppt/slides/_rels/slide75.xml.rels><Relationships xmlns='http://schemas.openxmlformats.org/package/2006/relationships'><Relationship Id='image' Type='http://schemas.openxmlformats.org/officeDocument/2006/relationships/image' Target='../media/image75.png'/><Relationship Id='layout' Type='http://schemas.openxmlformats.org/officeDocument/2006/relationships/slideLayout' Target='../slideLayouts/slideLayout1.xml'/></Relationships>
</file>

<file path=ppt/slides/_rels/slide76.xml.rels><Relationships xmlns='http://schemas.openxmlformats.org/package/2006/relationships'><Relationship Id='image' Type='http://schemas.openxmlformats.org/officeDocument/2006/relationships/image' Target='../media/image76.png'/><Relationship Id='layout' Type='http://schemas.openxmlformats.org/officeDocument/2006/relationships/slideLayout' Target='../slideLayouts/slideLayout1.xml'/></Relationships>
</file>

<file path=ppt/slides/_rels/slide77.xml.rels><Relationships xmlns='http://schemas.openxmlformats.org/package/2006/relationships'><Relationship Id='image' Type='http://schemas.openxmlformats.org/officeDocument/2006/relationships/image' Target='../media/image77.png'/><Relationship Id='layout' Type='http://schemas.openxmlformats.org/officeDocument/2006/relationships/slideLayout' Target='../slideLayouts/slideLayout1.xml'/></Relationships>
</file>

<file path=ppt/slides/_rels/slide78.xml.rels><Relationships xmlns='http://schemas.openxmlformats.org/package/2006/relationships'><Relationship Id='image' Type='http://schemas.openxmlformats.org/officeDocument/2006/relationships/image' Target='../media/image78.png'/><Relationship Id='layout' Type='http://schemas.openxmlformats.org/officeDocument/2006/relationships/slideLayout' Target='../slideLayouts/slideLayout1.xml'/></Relationships>
</file>

<file path=ppt/slides/_rels/slide79.xml.rels><Relationships xmlns='http://schemas.openxmlformats.org/package/2006/relationships'><Relationship Id='image' Type='http://schemas.openxmlformats.org/officeDocument/2006/relationships/image' Target='../media/image79.png'/><Relationship Id='layout' Type='http://schemas.openxmlformats.org/officeDocument/2006/relationships/slideLayout' Target='../slideLayouts/slideLayout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2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3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4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5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6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7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veloperDays Warsaw">
  <a:themeElements>
    <a:clrScheme name="Warsaw">
      <a:dk1>
        <a:srgbClr val="161616"/>
      </a:dk1>
      <a:lt1>
        <a:srgbClr val="FFFFFF"/>
      </a:lt1>
      <a:dk2>
        <a:srgbClr val="282828"/>
      </a:dk2>
      <a:lt2>
        <a:srgbClr val="CCCCCC"/>
      </a:lt2>
      <a:accent1>
        <a:srgbClr val="BD0926"/>
      </a:accent1>
      <a:accent2>
        <a:srgbClr val="FF6A3F"/>
      </a:accent2>
      <a:accent3>
        <a:srgbClr val="DF1238"/>
      </a:accent3>
      <a:accent4>
        <a:srgbClr val="B34242"/>
      </a:accent4>
      <a:accent5>
        <a:srgbClr val="888888"/>
      </a:accent5>
      <a:accent6>
        <a:srgbClr val="444444"/>
      </a:accent6>
      <a:hlink>
        <a:srgbClr val="DF1238"/>
      </a:hlink>
      <a:folHlink>
        <a:srgbClr val="FF6A3F"/>
      </a:folHlink>
    </a:clrScheme>
    <a:fontScheme name="Warsaw">
      <a:majorFont>
        <a:latin typeface="Raleway"/>
        <a:ea typeface=""/>
        <a:cs typeface=""/>
      </a:majorFont>
      <a:minorFont>
        <a:latin typeface="Open Sans"/>
        <a:ea typeface=""/>
        <a:cs typeface=""/>
      </a:minorFont>
    </a:fontScheme>
    <a:fmtScheme name="Warsa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