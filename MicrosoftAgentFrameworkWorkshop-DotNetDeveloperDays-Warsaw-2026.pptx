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  <p:sldId id="309" r:id="slide54"/>
    <p:sldId id="310" r:id="slide55"/>
    <p:sldId id="311" r:id="slide56"/>
    <p:sldId id="312" r:id="slide57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Relationship Id='slide54' Type='http://schemas.openxmlformats.org/officeDocument/2006/relationships/slide' Target='slides/slide54.xml'/><Relationship Id='slide55' Type='http://schemas.openxmlformats.org/officeDocument/2006/relationships/slide' Target='slides/slide55.xml'/><Relationship Id='slide56' Type='http://schemas.openxmlformats.org/officeDocument/2006/relationships/slide' Target='slides/slide56.xml'/><Relationship Id='slide57' Type='http://schemas.openxmlformats.org/officeDocument/2006/relationships/slide' Target='slides/slide57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_rels/slide54.xml.rels><Relationships xmlns='http://schemas.openxmlformats.org/package/2006/relationships'><Relationship Id='image' Type='http://schemas.openxmlformats.org/officeDocument/2006/relationships/image' Target='../media/image54.png'/><Relationship Id='layout' Type='http://schemas.openxmlformats.org/officeDocument/2006/relationships/slideLayout' Target='../slideLayouts/slideLayout1.xml'/></Relationships>
</file>

<file path=ppt/slides/_rels/slide55.xml.rels><Relationships xmlns='http://schemas.openxmlformats.org/package/2006/relationships'><Relationship Id='image' Type='http://schemas.openxmlformats.org/officeDocument/2006/relationships/image' Target='../media/image55.png'/><Relationship Id='layout' Type='http://schemas.openxmlformats.org/officeDocument/2006/relationships/slideLayout' Target='../slideLayouts/slideLayout1.xml'/></Relationships>
</file>

<file path=ppt/slides/_rels/slide56.xml.rels><Relationships xmlns='http://schemas.openxmlformats.org/package/2006/relationships'><Relationship Id='image' Type='http://schemas.openxmlformats.org/officeDocument/2006/relationships/image' Target='../media/image56.png'/><Relationship Id='layout' Type='http://schemas.openxmlformats.org/officeDocument/2006/relationships/slideLayout' Target='../slideLayouts/slideLayout1.xml'/></Relationships>
</file>

<file path=ppt/slides/_rels/slide57.xml.rels><Relationships xmlns='http://schemas.openxmlformats.org/package/2006/relationships'><Relationship Id='image' Type='http://schemas.openxmlformats.org/officeDocument/2006/relationships/image' Target='../media/image57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